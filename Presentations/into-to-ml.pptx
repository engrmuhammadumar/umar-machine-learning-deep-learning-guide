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jpg" ContentType="image/jpg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00" b="0" i="0">
                <a:solidFill>
                  <a:srgbClr val="C7500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00" b="0" i="0">
                <a:solidFill>
                  <a:srgbClr val="C7500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522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70068" y="0"/>
            <a:ext cx="9217930" cy="1028699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8277842"/>
            <a:ext cx="18288000" cy="2009775"/>
          </a:xfrm>
          <a:custGeom>
            <a:avLst/>
            <a:gdLst/>
            <a:ahLst/>
            <a:cxnLst/>
            <a:rect l="l" t="t" r="r" b="b"/>
            <a:pathLst>
              <a:path w="18288000" h="2009775">
                <a:moveTo>
                  <a:pt x="18287999" y="2009157"/>
                </a:moveTo>
                <a:lnTo>
                  <a:pt x="0" y="2009157"/>
                </a:lnTo>
                <a:lnTo>
                  <a:pt x="0" y="0"/>
                </a:lnTo>
                <a:lnTo>
                  <a:pt x="18183642" y="0"/>
                </a:lnTo>
                <a:lnTo>
                  <a:pt x="18231655" y="2377"/>
                </a:lnTo>
                <a:lnTo>
                  <a:pt x="18278855" y="9420"/>
                </a:lnTo>
                <a:lnTo>
                  <a:pt x="18287999" y="11718"/>
                </a:lnTo>
                <a:lnTo>
                  <a:pt x="18287999" y="2009157"/>
                </a:lnTo>
                <a:close/>
              </a:path>
            </a:pathLst>
          </a:custGeom>
          <a:solidFill>
            <a:srgbClr val="003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00" b="0" i="0">
                <a:solidFill>
                  <a:srgbClr val="C7500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410898" y="2082027"/>
            <a:ext cx="5371465" cy="5255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522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70068" y="0"/>
            <a:ext cx="9217930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00" b="0" i="0">
                <a:solidFill>
                  <a:srgbClr val="C7500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522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86662" y="142023"/>
            <a:ext cx="9766935" cy="9855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00" b="0" i="0">
                <a:solidFill>
                  <a:srgbClr val="C7500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62437" y="4024230"/>
            <a:ext cx="9163685" cy="2425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1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1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18287988" y="8279104"/>
                  </a:moveTo>
                  <a:lnTo>
                    <a:pt x="18270385" y="8279104"/>
                  </a:lnTo>
                  <a:lnTo>
                    <a:pt x="18270385" y="8277834"/>
                  </a:lnTo>
                  <a:lnTo>
                    <a:pt x="17602" y="8277834"/>
                  </a:lnTo>
                  <a:lnTo>
                    <a:pt x="17602" y="8279104"/>
                  </a:lnTo>
                  <a:lnTo>
                    <a:pt x="0" y="8279104"/>
                  </a:lnTo>
                  <a:lnTo>
                    <a:pt x="0" y="10286975"/>
                  </a:lnTo>
                  <a:lnTo>
                    <a:pt x="18287988" y="10286975"/>
                  </a:lnTo>
                  <a:lnTo>
                    <a:pt x="18287988" y="8279104"/>
                  </a:lnTo>
                  <a:close/>
                </a:path>
                <a:path w="18288000" h="10287000">
                  <a:moveTo>
                    <a:pt x="18287988" y="0"/>
                  </a:moveTo>
                  <a:lnTo>
                    <a:pt x="0" y="0"/>
                  </a:lnTo>
                  <a:lnTo>
                    <a:pt x="0" y="1899081"/>
                  </a:lnTo>
                  <a:lnTo>
                    <a:pt x="30416" y="1900580"/>
                  </a:lnTo>
                  <a:lnTo>
                    <a:pt x="18257571" y="1900580"/>
                  </a:lnTo>
                  <a:lnTo>
                    <a:pt x="18287988" y="1899081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031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2209165" cy="2828290"/>
            </a:xfrm>
            <a:custGeom>
              <a:avLst/>
              <a:gdLst/>
              <a:ahLst/>
              <a:cxnLst/>
              <a:rect l="l" t="t" r="r" b="b"/>
              <a:pathLst>
                <a:path w="2209165" h="2828290">
                  <a:moveTo>
                    <a:pt x="1180835" y="337365"/>
                  </a:moveTo>
                  <a:lnTo>
                    <a:pt x="287322" y="337365"/>
                  </a:lnTo>
                  <a:lnTo>
                    <a:pt x="310302" y="331595"/>
                  </a:lnTo>
                  <a:lnTo>
                    <a:pt x="311287" y="331211"/>
                  </a:lnTo>
                  <a:lnTo>
                    <a:pt x="331595" y="319024"/>
                  </a:lnTo>
                  <a:lnTo>
                    <a:pt x="347175" y="301857"/>
                  </a:lnTo>
                  <a:lnTo>
                    <a:pt x="357159" y="280955"/>
                  </a:lnTo>
                  <a:lnTo>
                    <a:pt x="360680" y="257562"/>
                  </a:lnTo>
                  <a:lnTo>
                    <a:pt x="360680" y="0"/>
                  </a:lnTo>
                  <a:lnTo>
                    <a:pt x="1107476" y="0"/>
                  </a:lnTo>
                  <a:lnTo>
                    <a:pt x="1107476" y="257562"/>
                  </a:lnTo>
                  <a:lnTo>
                    <a:pt x="1110996" y="280955"/>
                  </a:lnTo>
                  <a:lnTo>
                    <a:pt x="1120977" y="301857"/>
                  </a:lnTo>
                  <a:lnTo>
                    <a:pt x="1136557" y="319024"/>
                  </a:lnTo>
                  <a:lnTo>
                    <a:pt x="1156870" y="331211"/>
                  </a:lnTo>
                  <a:lnTo>
                    <a:pt x="1157855" y="331595"/>
                  </a:lnTo>
                  <a:lnTo>
                    <a:pt x="1180835" y="337365"/>
                  </a:lnTo>
                  <a:close/>
                </a:path>
                <a:path w="2209165" h="2828290">
                  <a:moveTo>
                    <a:pt x="1803887" y="337365"/>
                  </a:moveTo>
                  <a:lnTo>
                    <a:pt x="1180835" y="337365"/>
                  </a:lnTo>
                  <a:lnTo>
                    <a:pt x="1204008" y="336254"/>
                  </a:lnTo>
                  <a:lnTo>
                    <a:pt x="1225870" y="328532"/>
                  </a:lnTo>
                  <a:lnTo>
                    <a:pt x="1244916" y="314474"/>
                  </a:lnTo>
                  <a:lnTo>
                    <a:pt x="1456670" y="102733"/>
                  </a:lnTo>
                  <a:lnTo>
                    <a:pt x="1483005" y="85241"/>
                  </a:lnTo>
                  <a:lnTo>
                    <a:pt x="1512955" y="79411"/>
                  </a:lnTo>
                  <a:lnTo>
                    <a:pt x="1542906" y="85241"/>
                  </a:lnTo>
                  <a:lnTo>
                    <a:pt x="1569241" y="102733"/>
                  </a:lnTo>
                  <a:lnTo>
                    <a:pt x="1803887" y="337365"/>
                  </a:lnTo>
                  <a:close/>
                </a:path>
                <a:path w="2209165" h="2828290">
                  <a:moveTo>
                    <a:pt x="0" y="1019936"/>
                  </a:moveTo>
                  <a:lnTo>
                    <a:pt x="0" y="95110"/>
                  </a:lnTo>
                  <a:lnTo>
                    <a:pt x="11474" y="102733"/>
                  </a:lnTo>
                  <a:lnTo>
                    <a:pt x="223240" y="314474"/>
                  </a:lnTo>
                  <a:lnTo>
                    <a:pt x="242287" y="328532"/>
                  </a:lnTo>
                  <a:lnTo>
                    <a:pt x="264148" y="336254"/>
                  </a:lnTo>
                  <a:lnTo>
                    <a:pt x="287322" y="337365"/>
                  </a:lnTo>
                  <a:lnTo>
                    <a:pt x="1803887" y="337365"/>
                  </a:lnTo>
                  <a:lnTo>
                    <a:pt x="1984744" y="518211"/>
                  </a:lnTo>
                  <a:lnTo>
                    <a:pt x="2002221" y="544546"/>
                  </a:lnTo>
                  <a:lnTo>
                    <a:pt x="2002670" y="546852"/>
                  </a:lnTo>
                  <a:lnTo>
                    <a:pt x="734078" y="546852"/>
                  </a:lnTo>
                  <a:lnTo>
                    <a:pt x="686714" y="548224"/>
                  </a:lnTo>
                  <a:lnTo>
                    <a:pt x="640065" y="552289"/>
                  </a:lnTo>
                  <a:lnTo>
                    <a:pt x="594208" y="558972"/>
                  </a:lnTo>
                  <a:lnTo>
                    <a:pt x="549217" y="568196"/>
                  </a:lnTo>
                  <a:lnTo>
                    <a:pt x="505171" y="579885"/>
                  </a:lnTo>
                  <a:lnTo>
                    <a:pt x="462144" y="593963"/>
                  </a:lnTo>
                  <a:lnTo>
                    <a:pt x="420213" y="610353"/>
                  </a:lnTo>
                  <a:lnTo>
                    <a:pt x="379454" y="628980"/>
                  </a:lnTo>
                  <a:lnTo>
                    <a:pt x="339942" y="649767"/>
                  </a:lnTo>
                  <a:lnTo>
                    <a:pt x="301755" y="672638"/>
                  </a:lnTo>
                  <a:lnTo>
                    <a:pt x="264968" y="697518"/>
                  </a:lnTo>
                  <a:lnTo>
                    <a:pt x="229657" y="724329"/>
                  </a:lnTo>
                  <a:lnTo>
                    <a:pt x="195898" y="752996"/>
                  </a:lnTo>
                  <a:lnTo>
                    <a:pt x="163768" y="783443"/>
                  </a:lnTo>
                  <a:lnTo>
                    <a:pt x="133342" y="815593"/>
                  </a:lnTo>
                  <a:lnTo>
                    <a:pt x="104697" y="849371"/>
                  </a:lnTo>
                  <a:lnTo>
                    <a:pt x="77909" y="884699"/>
                  </a:lnTo>
                  <a:lnTo>
                    <a:pt x="53054" y="921503"/>
                  </a:lnTo>
                  <a:lnTo>
                    <a:pt x="30207" y="959705"/>
                  </a:lnTo>
                  <a:lnTo>
                    <a:pt x="9446" y="999230"/>
                  </a:lnTo>
                  <a:lnTo>
                    <a:pt x="0" y="1019936"/>
                  </a:lnTo>
                  <a:close/>
                </a:path>
                <a:path w="2209165" h="2828290">
                  <a:moveTo>
                    <a:pt x="1601128" y="1262633"/>
                  </a:moveTo>
                  <a:lnTo>
                    <a:pt x="1565995" y="1248522"/>
                  </a:lnTo>
                  <a:lnTo>
                    <a:pt x="1538784" y="1222228"/>
                  </a:lnTo>
                  <a:lnTo>
                    <a:pt x="1523248" y="1186154"/>
                  </a:lnTo>
                  <a:lnTo>
                    <a:pt x="1511816" y="1139055"/>
                  </a:lnTo>
                  <a:lnTo>
                    <a:pt x="1497672" y="1093079"/>
                  </a:lnTo>
                  <a:lnTo>
                    <a:pt x="1480906" y="1048316"/>
                  </a:lnTo>
                  <a:lnTo>
                    <a:pt x="1461609" y="1004856"/>
                  </a:lnTo>
                  <a:lnTo>
                    <a:pt x="1439872" y="962790"/>
                  </a:lnTo>
                  <a:lnTo>
                    <a:pt x="1415783" y="922208"/>
                  </a:lnTo>
                  <a:lnTo>
                    <a:pt x="1389435" y="883200"/>
                  </a:lnTo>
                  <a:lnTo>
                    <a:pt x="1360916" y="845857"/>
                  </a:lnTo>
                  <a:lnTo>
                    <a:pt x="1330317" y="810268"/>
                  </a:lnTo>
                  <a:lnTo>
                    <a:pt x="1297729" y="776524"/>
                  </a:lnTo>
                  <a:lnTo>
                    <a:pt x="1263241" y="744716"/>
                  </a:lnTo>
                  <a:lnTo>
                    <a:pt x="1226944" y="714934"/>
                  </a:lnTo>
                  <a:lnTo>
                    <a:pt x="1188928" y="687268"/>
                  </a:lnTo>
                  <a:lnTo>
                    <a:pt x="1149283" y="661808"/>
                  </a:lnTo>
                  <a:lnTo>
                    <a:pt x="1108100" y="638644"/>
                  </a:lnTo>
                  <a:lnTo>
                    <a:pt x="1065468" y="617868"/>
                  </a:lnTo>
                  <a:lnTo>
                    <a:pt x="1021479" y="599569"/>
                  </a:lnTo>
                  <a:lnTo>
                    <a:pt x="976222" y="583837"/>
                  </a:lnTo>
                  <a:lnTo>
                    <a:pt x="929787" y="570763"/>
                  </a:lnTo>
                  <a:lnTo>
                    <a:pt x="882265" y="560437"/>
                  </a:lnTo>
                  <a:lnTo>
                    <a:pt x="833746" y="552950"/>
                  </a:lnTo>
                  <a:lnTo>
                    <a:pt x="784321" y="548391"/>
                  </a:lnTo>
                  <a:lnTo>
                    <a:pt x="734078" y="546852"/>
                  </a:lnTo>
                  <a:lnTo>
                    <a:pt x="2002670" y="546852"/>
                  </a:lnTo>
                  <a:lnTo>
                    <a:pt x="2008047" y="574496"/>
                  </a:lnTo>
                  <a:lnTo>
                    <a:pt x="2002221" y="604446"/>
                  </a:lnTo>
                  <a:lnTo>
                    <a:pt x="1984744" y="630781"/>
                  </a:lnTo>
                  <a:lnTo>
                    <a:pt x="1772965" y="842522"/>
                  </a:lnTo>
                  <a:lnTo>
                    <a:pt x="1758906" y="861585"/>
                  </a:lnTo>
                  <a:lnTo>
                    <a:pt x="1751272" y="883200"/>
                  </a:lnTo>
                  <a:lnTo>
                    <a:pt x="1751185" y="883446"/>
                  </a:lnTo>
                  <a:lnTo>
                    <a:pt x="1750073" y="906614"/>
                  </a:lnTo>
                  <a:lnTo>
                    <a:pt x="1768447" y="950889"/>
                  </a:lnTo>
                  <a:lnTo>
                    <a:pt x="1806508" y="976454"/>
                  </a:lnTo>
                  <a:lnTo>
                    <a:pt x="1829889" y="979975"/>
                  </a:lnTo>
                  <a:lnTo>
                    <a:pt x="2129395" y="979975"/>
                  </a:lnTo>
                  <a:lnTo>
                    <a:pt x="2160363" y="986232"/>
                  </a:lnTo>
                  <a:lnTo>
                    <a:pt x="2185655" y="1003294"/>
                  </a:lnTo>
                  <a:lnTo>
                    <a:pt x="2202710" y="1028598"/>
                  </a:lnTo>
                  <a:lnTo>
                    <a:pt x="2208965" y="1059582"/>
                  </a:lnTo>
                  <a:lnTo>
                    <a:pt x="2208965" y="1162921"/>
                  </a:lnTo>
                  <a:lnTo>
                    <a:pt x="2199679" y="1204788"/>
                  </a:lnTo>
                  <a:lnTo>
                    <a:pt x="2174796" y="1237593"/>
                  </a:lnTo>
                  <a:lnTo>
                    <a:pt x="2138775" y="1257413"/>
                  </a:lnTo>
                  <a:lnTo>
                    <a:pt x="2126805" y="1258230"/>
                  </a:lnTo>
                  <a:lnTo>
                    <a:pt x="1677553" y="1258230"/>
                  </a:lnTo>
                  <a:lnTo>
                    <a:pt x="1672429" y="1258365"/>
                  </a:lnTo>
                  <a:lnTo>
                    <a:pt x="1669521" y="1258365"/>
                  </a:lnTo>
                  <a:lnTo>
                    <a:pt x="1658721" y="1259224"/>
                  </a:lnTo>
                  <a:lnTo>
                    <a:pt x="1650443" y="1260327"/>
                  </a:lnTo>
                  <a:lnTo>
                    <a:pt x="1650170" y="1260327"/>
                  </a:lnTo>
                  <a:lnTo>
                    <a:pt x="1640435" y="1262156"/>
                  </a:lnTo>
                  <a:lnTo>
                    <a:pt x="1601128" y="1262633"/>
                  </a:lnTo>
                  <a:close/>
                </a:path>
                <a:path w="2209165" h="2828290">
                  <a:moveTo>
                    <a:pt x="2096074" y="1260327"/>
                  </a:moveTo>
                  <a:lnTo>
                    <a:pt x="2089406" y="1259422"/>
                  </a:lnTo>
                  <a:lnTo>
                    <a:pt x="2082657" y="1258766"/>
                  </a:lnTo>
                  <a:lnTo>
                    <a:pt x="2075834" y="1258365"/>
                  </a:lnTo>
                  <a:lnTo>
                    <a:pt x="2068942" y="1258230"/>
                  </a:lnTo>
                  <a:lnTo>
                    <a:pt x="2126805" y="1258230"/>
                  </a:lnTo>
                  <a:lnTo>
                    <a:pt x="2096074" y="1260327"/>
                  </a:lnTo>
                  <a:close/>
                </a:path>
                <a:path w="2209165" h="2828290">
                  <a:moveTo>
                    <a:pt x="0" y="2611665"/>
                  </a:moveTo>
                  <a:lnTo>
                    <a:pt x="0" y="1687201"/>
                  </a:lnTo>
                  <a:lnTo>
                    <a:pt x="9681" y="1708393"/>
                  </a:lnTo>
                  <a:lnTo>
                    <a:pt x="30444" y="1747870"/>
                  </a:lnTo>
                  <a:lnTo>
                    <a:pt x="53286" y="1786021"/>
                  </a:lnTo>
                  <a:lnTo>
                    <a:pt x="78134" y="1822770"/>
                  </a:lnTo>
                  <a:lnTo>
                    <a:pt x="104911" y="1858043"/>
                  </a:lnTo>
                  <a:lnTo>
                    <a:pt x="133541" y="1891762"/>
                  </a:lnTo>
                  <a:lnTo>
                    <a:pt x="163950" y="1923854"/>
                  </a:lnTo>
                  <a:lnTo>
                    <a:pt x="196062" y="1954242"/>
                  </a:lnTo>
                  <a:lnTo>
                    <a:pt x="229800" y="1982851"/>
                  </a:lnTo>
                  <a:lnTo>
                    <a:pt x="265091" y="2009606"/>
                  </a:lnTo>
                  <a:lnTo>
                    <a:pt x="301857" y="2034430"/>
                  </a:lnTo>
                  <a:lnTo>
                    <a:pt x="340023" y="2057248"/>
                  </a:lnTo>
                  <a:lnTo>
                    <a:pt x="379515" y="2077986"/>
                  </a:lnTo>
                  <a:lnTo>
                    <a:pt x="420256" y="2096566"/>
                  </a:lnTo>
                  <a:lnTo>
                    <a:pt x="462171" y="2112914"/>
                  </a:lnTo>
                  <a:lnTo>
                    <a:pt x="505184" y="2126954"/>
                  </a:lnTo>
                  <a:lnTo>
                    <a:pt x="549219" y="2138611"/>
                  </a:lnTo>
                  <a:lnTo>
                    <a:pt x="594202" y="2147809"/>
                  </a:lnTo>
                  <a:lnTo>
                    <a:pt x="640057" y="2154473"/>
                  </a:lnTo>
                  <a:lnTo>
                    <a:pt x="686707" y="2158526"/>
                  </a:lnTo>
                  <a:lnTo>
                    <a:pt x="730536" y="2159792"/>
                  </a:lnTo>
                  <a:lnTo>
                    <a:pt x="762349" y="2159792"/>
                  </a:lnTo>
                  <a:lnTo>
                    <a:pt x="766415" y="2163858"/>
                  </a:lnTo>
                  <a:lnTo>
                    <a:pt x="766408" y="2369391"/>
                  </a:lnTo>
                  <a:lnTo>
                    <a:pt x="287322" y="2369391"/>
                  </a:lnTo>
                  <a:lnTo>
                    <a:pt x="264148" y="2370500"/>
                  </a:lnTo>
                  <a:lnTo>
                    <a:pt x="242287" y="2378212"/>
                  </a:lnTo>
                  <a:lnTo>
                    <a:pt x="223240" y="2392259"/>
                  </a:lnTo>
                  <a:lnTo>
                    <a:pt x="11474" y="2604052"/>
                  </a:lnTo>
                  <a:lnTo>
                    <a:pt x="0" y="2611665"/>
                  </a:lnTo>
                  <a:close/>
                </a:path>
                <a:path w="2209165" h="2828290">
                  <a:moveTo>
                    <a:pt x="762349" y="2159792"/>
                  </a:moveTo>
                  <a:lnTo>
                    <a:pt x="749089" y="2159792"/>
                  </a:lnTo>
                  <a:lnTo>
                    <a:pt x="761991" y="2159434"/>
                  </a:lnTo>
                  <a:lnTo>
                    <a:pt x="762349" y="2159792"/>
                  </a:lnTo>
                  <a:close/>
                </a:path>
                <a:path w="2209165" h="2828290">
                  <a:moveTo>
                    <a:pt x="862350" y="2828272"/>
                  </a:moveTo>
                  <a:lnTo>
                    <a:pt x="440275" y="2828272"/>
                  </a:lnTo>
                  <a:lnTo>
                    <a:pt x="409293" y="2822015"/>
                  </a:lnTo>
                  <a:lnTo>
                    <a:pt x="383993" y="2804956"/>
                  </a:lnTo>
                  <a:lnTo>
                    <a:pt x="366935" y="2779659"/>
                  </a:lnTo>
                  <a:lnTo>
                    <a:pt x="360680" y="2748690"/>
                  </a:lnTo>
                  <a:lnTo>
                    <a:pt x="360680" y="2449184"/>
                  </a:lnTo>
                  <a:lnTo>
                    <a:pt x="357159" y="2425802"/>
                  </a:lnTo>
                  <a:lnTo>
                    <a:pt x="331595" y="2387742"/>
                  </a:lnTo>
                  <a:lnTo>
                    <a:pt x="287322" y="2369391"/>
                  </a:lnTo>
                  <a:lnTo>
                    <a:pt x="766408" y="2369391"/>
                  </a:lnTo>
                  <a:lnTo>
                    <a:pt x="766402" y="2560770"/>
                  </a:lnTo>
                  <a:lnTo>
                    <a:pt x="772755" y="2607903"/>
                  </a:lnTo>
                  <a:lnTo>
                    <a:pt x="790675" y="2650287"/>
                  </a:lnTo>
                  <a:lnTo>
                    <a:pt x="818457" y="2686218"/>
                  </a:lnTo>
                  <a:lnTo>
                    <a:pt x="854393" y="2713992"/>
                  </a:lnTo>
                  <a:lnTo>
                    <a:pt x="896776" y="2731906"/>
                  </a:lnTo>
                  <a:lnTo>
                    <a:pt x="943901" y="2738256"/>
                  </a:lnTo>
                  <a:lnTo>
                    <a:pt x="950661" y="2740351"/>
                  </a:lnTo>
                  <a:lnTo>
                    <a:pt x="954765" y="2745516"/>
                  </a:lnTo>
                  <a:lnTo>
                    <a:pt x="955515" y="2752076"/>
                  </a:lnTo>
                  <a:lnTo>
                    <a:pt x="952213" y="2758357"/>
                  </a:lnTo>
                  <a:lnTo>
                    <a:pt x="944699" y="2766341"/>
                  </a:lnTo>
                  <a:lnTo>
                    <a:pt x="937772" y="2774664"/>
                  </a:lnTo>
                  <a:lnTo>
                    <a:pt x="931432" y="2783301"/>
                  </a:lnTo>
                  <a:lnTo>
                    <a:pt x="925681" y="2792227"/>
                  </a:lnTo>
                  <a:lnTo>
                    <a:pt x="913783" y="2807251"/>
                  </a:lnTo>
                  <a:lnTo>
                    <a:pt x="898734" y="2818598"/>
                  </a:lnTo>
                  <a:lnTo>
                    <a:pt x="881326" y="2825770"/>
                  </a:lnTo>
                  <a:lnTo>
                    <a:pt x="862350" y="2828272"/>
                  </a:lnTo>
                  <a:close/>
                </a:path>
              </a:pathLst>
            </a:custGeom>
            <a:solidFill>
              <a:srgbClr val="EB85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90902" y="1382718"/>
              <a:ext cx="1965325" cy="1965325"/>
            </a:xfrm>
            <a:custGeom>
              <a:avLst/>
              <a:gdLst/>
              <a:ahLst/>
              <a:cxnLst/>
              <a:rect l="l" t="t" r="r" b="b"/>
              <a:pathLst>
                <a:path w="1965325" h="1965325">
                  <a:moveTo>
                    <a:pt x="1279915" y="305651"/>
                  </a:moveTo>
                  <a:lnTo>
                    <a:pt x="684784" y="305651"/>
                  </a:lnTo>
                  <a:lnTo>
                    <a:pt x="700100" y="301794"/>
                  </a:lnTo>
                  <a:lnTo>
                    <a:pt x="700752" y="301539"/>
                  </a:lnTo>
                  <a:lnTo>
                    <a:pt x="714275" y="293433"/>
                  </a:lnTo>
                  <a:lnTo>
                    <a:pt x="724653" y="282003"/>
                  </a:lnTo>
                  <a:lnTo>
                    <a:pt x="731305" y="268082"/>
                  </a:lnTo>
                  <a:lnTo>
                    <a:pt x="733651" y="252503"/>
                  </a:lnTo>
                  <a:lnTo>
                    <a:pt x="733651" y="53024"/>
                  </a:lnTo>
                  <a:lnTo>
                    <a:pt x="737817" y="32381"/>
                  </a:lnTo>
                  <a:lnTo>
                    <a:pt x="749176" y="15527"/>
                  </a:lnTo>
                  <a:lnTo>
                    <a:pt x="766022" y="4165"/>
                  </a:lnTo>
                  <a:lnTo>
                    <a:pt x="786651" y="0"/>
                  </a:lnTo>
                  <a:lnTo>
                    <a:pt x="1178039" y="0"/>
                  </a:lnTo>
                  <a:lnTo>
                    <a:pt x="1198660" y="4165"/>
                  </a:lnTo>
                  <a:lnTo>
                    <a:pt x="1215503" y="15527"/>
                  </a:lnTo>
                  <a:lnTo>
                    <a:pt x="1226860" y="32381"/>
                  </a:lnTo>
                  <a:lnTo>
                    <a:pt x="1231026" y="53024"/>
                  </a:lnTo>
                  <a:lnTo>
                    <a:pt x="1231026" y="252503"/>
                  </a:lnTo>
                  <a:lnTo>
                    <a:pt x="1233372" y="268082"/>
                  </a:lnTo>
                  <a:lnTo>
                    <a:pt x="1240024" y="282003"/>
                  </a:lnTo>
                  <a:lnTo>
                    <a:pt x="1250402" y="293433"/>
                  </a:lnTo>
                  <a:lnTo>
                    <a:pt x="1263925" y="301539"/>
                  </a:lnTo>
                  <a:lnTo>
                    <a:pt x="1264615" y="301794"/>
                  </a:lnTo>
                  <a:lnTo>
                    <a:pt x="1279915" y="305651"/>
                  </a:lnTo>
                  <a:close/>
                </a:path>
                <a:path w="1965325" h="1965325">
                  <a:moveTo>
                    <a:pt x="463573" y="1830879"/>
                  </a:moveTo>
                  <a:lnTo>
                    <a:pt x="426090" y="1815372"/>
                  </a:lnTo>
                  <a:lnTo>
                    <a:pt x="149343" y="1538613"/>
                  </a:lnTo>
                  <a:lnTo>
                    <a:pt x="133818" y="1501130"/>
                  </a:lnTo>
                  <a:lnTo>
                    <a:pt x="137699" y="1481179"/>
                  </a:lnTo>
                  <a:lnTo>
                    <a:pt x="149343" y="1463647"/>
                  </a:lnTo>
                  <a:lnTo>
                    <a:pt x="290389" y="1322601"/>
                  </a:lnTo>
                  <a:lnTo>
                    <a:pt x="299752" y="1309917"/>
                  </a:lnTo>
                  <a:lnTo>
                    <a:pt x="304897" y="1295357"/>
                  </a:lnTo>
                  <a:lnTo>
                    <a:pt x="305642" y="1279918"/>
                  </a:lnTo>
                  <a:lnTo>
                    <a:pt x="301807" y="1264602"/>
                  </a:lnTo>
                  <a:lnTo>
                    <a:pt x="268056" y="1233397"/>
                  </a:lnTo>
                  <a:lnTo>
                    <a:pt x="252478" y="1231051"/>
                  </a:lnTo>
                  <a:lnTo>
                    <a:pt x="52999" y="1231051"/>
                  </a:lnTo>
                  <a:lnTo>
                    <a:pt x="32370" y="1226886"/>
                  </a:lnTo>
                  <a:lnTo>
                    <a:pt x="15524" y="1215527"/>
                  </a:lnTo>
                  <a:lnTo>
                    <a:pt x="4165" y="1198680"/>
                  </a:lnTo>
                  <a:lnTo>
                    <a:pt x="0" y="1178052"/>
                  </a:lnTo>
                  <a:lnTo>
                    <a:pt x="0" y="786663"/>
                  </a:lnTo>
                  <a:lnTo>
                    <a:pt x="4165" y="766042"/>
                  </a:lnTo>
                  <a:lnTo>
                    <a:pt x="15524" y="749200"/>
                  </a:lnTo>
                  <a:lnTo>
                    <a:pt x="32370" y="737842"/>
                  </a:lnTo>
                  <a:lnTo>
                    <a:pt x="52999" y="733677"/>
                  </a:lnTo>
                  <a:lnTo>
                    <a:pt x="252478" y="733677"/>
                  </a:lnTo>
                  <a:lnTo>
                    <a:pt x="268056" y="731331"/>
                  </a:lnTo>
                  <a:lnTo>
                    <a:pt x="301513" y="700778"/>
                  </a:lnTo>
                  <a:lnTo>
                    <a:pt x="305642" y="684804"/>
                  </a:lnTo>
                  <a:lnTo>
                    <a:pt x="304897" y="669365"/>
                  </a:lnTo>
                  <a:lnTo>
                    <a:pt x="299752" y="654804"/>
                  </a:lnTo>
                  <a:lnTo>
                    <a:pt x="290389" y="642114"/>
                  </a:lnTo>
                  <a:lnTo>
                    <a:pt x="149343" y="501069"/>
                  </a:lnTo>
                  <a:lnTo>
                    <a:pt x="137699" y="483544"/>
                  </a:lnTo>
                  <a:lnTo>
                    <a:pt x="133818" y="463597"/>
                  </a:lnTo>
                  <a:lnTo>
                    <a:pt x="137699" y="443647"/>
                  </a:lnTo>
                  <a:lnTo>
                    <a:pt x="149343" y="426116"/>
                  </a:lnTo>
                  <a:lnTo>
                    <a:pt x="426090" y="149356"/>
                  </a:lnTo>
                  <a:lnTo>
                    <a:pt x="443622" y="137719"/>
                  </a:lnTo>
                  <a:lnTo>
                    <a:pt x="463573" y="133840"/>
                  </a:lnTo>
                  <a:lnTo>
                    <a:pt x="483524" y="137719"/>
                  </a:lnTo>
                  <a:lnTo>
                    <a:pt x="501056" y="149356"/>
                  </a:lnTo>
                  <a:lnTo>
                    <a:pt x="642102" y="290402"/>
                  </a:lnTo>
                  <a:lnTo>
                    <a:pt x="654785" y="299772"/>
                  </a:lnTo>
                  <a:lnTo>
                    <a:pt x="669346" y="304916"/>
                  </a:lnTo>
                  <a:lnTo>
                    <a:pt x="684784" y="305651"/>
                  </a:lnTo>
                  <a:lnTo>
                    <a:pt x="1694882" y="305651"/>
                  </a:lnTo>
                  <a:lnTo>
                    <a:pt x="1815346" y="426116"/>
                  </a:lnTo>
                  <a:lnTo>
                    <a:pt x="1826984" y="443647"/>
                  </a:lnTo>
                  <a:lnTo>
                    <a:pt x="1827279" y="445167"/>
                  </a:lnTo>
                  <a:lnTo>
                    <a:pt x="982358" y="445167"/>
                  </a:lnTo>
                  <a:lnTo>
                    <a:pt x="933461" y="447363"/>
                  </a:lnTo>
                  <a:lnTo>
                    <a:pt x="885795" y="453823"/>
                  </a:lnTo>
                  <a:lnTo>
                    <a:pt x="839548" y="464357"/>
                  </a:lnTo>
                  <a:lnTo>
                    <a:pt x="794912" y="478777"/>
                  </a:lnTo>
                  <a:lnTo>
                    <a:pt x="752074" y="496892"/>
                  </a:lnTo>
                  <a:lnTo>
                    <a:pt x="711226" y="518514"/>
                  </a:lnTo>
                  <a:lnTo>
                    <a:pt x="672556" y="543451"/>
                  </a:lnTo>
                  <a:lnTo>
                    <a:pt x="636253" y="571515"/>
                  </a:lnTo>
                  <a:lnTo>
                    <a:pt x="602509" y="602515"/>
                  </a:lnTo>
                  <a:lnTo>
                    <a:pt x="571511" y="636263"/>
                  </a:lnTo>
                  <a:lnTo>
                    <a:pt x="543451" y="672568"/>
                  </a:lnTo>
                  <a:lnTo>
                    <a:pt x="518516" y="711241"/>
                  </a:lnTo>
                  <a:lnTo>
                    <a:pt x="496898" y="752093"/>
                  </a:lnTo>
                  <a:lnTo>
                    <a:pt x="478785" y="794932"/>
                  </a:lnTo>
                  <a:lnTo>
                    <a:pt x="464367" y="839571"/>
                  </a:lnTo>
                  <a:lnTo>
                    <a:pt x="453834" y="885819"/>
                  </a:lnTo>
                  <a:lnTo>
                    <a:pt x="447375" y="933486"/>
                  </a:lnTo>
                  <a:lnTo>
                    <a:pt x="445180" y="982383"/>
                  </a:lnTo>
                  <a:lnTo>
                    <a:pt x="447375" y="1031274"/>
                  </a:lnTo>
                  <a:lnTo>
                    <a:pt x="453834" y="1078936"/>
                  </a:lnTo>
                  <a:lnTo>
                    <a:pt x="464367" y="1125179"/>
                  </a:lnTo>
                  <a:lnTo>
                    <a:pt x="478785" y="1169814"/>
                  </a:lnTo>
                  <a:lnTo>
                    <a:pt x="496898" y="1212650"/>
                  </a:lnTo>
                  <a:lnTo>
                    <a:pt x="518516" y="1253498"/>
                  </a:lnTo>
                  <a:lnTo>
                    <a:pt x="543451" y="1292169"/>
                  </a:lnTo>
                  <a:lnTo>
                    <a:pt x="571511" y="1328472"/>
                  </a:lnTo>
                  <a:lnTo>
                    <a:pt x="602509" y="1362218"/>
                  </a:lnTo>
                  <a:lnTo>
                    <a:pt x="636253" y="1393217"/>
                  </a:lnTo>
                  <a:lnTo>
                    <a:pt x="672556" y="1421280"/>
                  </a:lnTo>
                  <a:lnTo>
                    <a:pt x="711226" y="1446216"/>
                  </a:lnTo>
                  <a:lnTo>
                    <a:pt x="752074" y="1467837"/>
                  </a:lnTo>
                  <a:lnTo>
                    <a:pt x="794912" y="1485952"/>
                  </a:lnTo>
                  <a:lnTo>
                    <a:pt x="839548" y="1500371"/>
                  </a:lnTo>
                  <a:lnTo>
                    <a:pt x="885795" y="1510906"/>
                  </a:lnTo>
                  <a:lnTo>
                    <a:pt x="933461" y="1517366"/>
                  </a:lnTo>
                  <a:lnTo>
                    <a:pt x="982358" y="1519561"/>
                  </a:lnTo>
                  <a:lnTo>
                    <a:pt x="1827279" y="1519561"/>
                  </a:lnTo>
                  <a:lnTo>
                    <a:pt x="1826984" y="1521081"/>
                  </a:lnTo>
                  <a:lnTo>
                    <a:pt x="1815346" y="1538613"/>
                  </a:lnTo>
                  <a:lnTo>
                    <a:pt x="1694882" y="1659077"/>
                  </a:lnTo>
                  <a:lnTo>
                    <a:pt x="684784" y="1659077"/>
                  </a:lnTo>
                  <a:lnTo>
                    <a:pt x="669346" y="1659812"/>
                  </a:lnTo>
                  <a:lnTo>
                    <a:pt x="654785" y="1664957"/>
                  </a:lnTo>
                  <a:lnTo>
                    <a:pt x="642102" y="1674326"/>
                  </a:lnTo>
                  <a:lnTo>
                    <a:pt x="501056" y="1815372"/>
                  </a:lnTo>
                  <a:lnTo>
                    <a:pt x="483524" y="1827002"/>
                  </a:lnTo>
                  <a:lnTo>
                    <a:pt x="463573" y="1830879"/>
                  </a:lnTo>
                  <a:close/>
                </a:path>
                <a:path w="1965325" h="1965325">
                  <a:moveTo>
                    <a:pt x="1694882" y="305651"/>
                  </a:moveTo>
                  <a:lnTo>
                    <a:pt x="1279915" y="305651"/>
                  </a:lnTo>
                  <a:lnTo>
                    <a:pt x="1295342" y="304916"/>
                  </a:lnTo>
                  <a:lnTo>
                    <a:pt x="1309900" y="299772"/>
                  </a:lnTo>
                  <a:lnTo>
                    <a:pt x="1322588" y="290402"/>
                  </a:lnTo>
                  <a:lnTo>
                    <a:pt x="1463634" y="149356"/>
                  </a:lnTo>
                  <a:lnTo>
                    <a:pt x="1481175" y="137719"/>
                  </a:lnTo>
                  <a:lnTo>
                    <a:pt x="1501120" y="133840"/>
                  </a:lnTo>
                  <a:lnTo>
                    <a:pt x="1521061" y="137719"/>
                  </a:lnTo>
                  <a:lnTo>
                    <a:pt x="1538587" y="149356"/>
                  </a:lnTo>
                  <a:lnTo>
                    <a:pt x="1694882" y="305651"/>
                  </a:lnTo>
                  <a:close/>
                </a:path>
                <a:path w="1965325" h="1965325">
                  <a:moveTo>
                    <a:pt x="1827279" y="1519561"/>
                  </a:moveTo>
                  <a:lnTo>
                    <a:pt x="982358" y="1519561"/>
                  </a:lnTo>
                  <a:lnTo>
                    <a:pt x="1031249" y="1517366"/>
                  </a:lnTo>
                  <a:lnTo>
                    <a:pt x="1078911" y="1510906"/>
                  </a:lnTo>
                  <a:lnTo>
                    <a:pt x="1125154" y="1500371"/>
                  </a:lnTo>
                  <a:lnTo>
                    <a:pt x="1169788" y="1485952"/>
                  </a:lnTo>
                  <a:lnTo>
                    <a:pt x="1212624" y="1467837"/>
                  </a:lnTo>
                  <a:lnTo>
                    <a:pt x="1253473" y="1446216"/>
                  </a:lnTo>
                  <a:lnTo>
                    <a:pt x="1292143" y="1421280"/>
                  </a:lnTo>
                  <a:lnTo>
                    <a:pt x="1328446" y="1393217"/>
                  </a:lnTo>
                  <a:lnTo>
                    <a:pt x="1362192" y="1362218"/>
                  </a:lnTo>
                  <a:lnTo>
                    <a:pt x="1393191" y="1328472"/>
                  </a:lnTo>
                  <a:lnTo>
                    <a:pt x="1421254" y="1292169"/>
                  </a:lnTo>
                  <a:lnTo>
                    <a:pt x="1446191" y="1253498"/>
                  </a:lnTo>
                  <a:lnTo>
                    <a:pt x="1467811" y="1212650"/>
                  </a:lnTo>
                  <a:lnTo>
                    <a:pt x="1485926" y="1169814"/>
                  </a:lnTo>
                  <a:lnTo>
                    <a:pt x="1500346" y="1125179"/>
                  </a:lnTo>
                  <a:lnTo>
                    <a:pt x="1510880" y="1078936"/>
                  </a:lnTo>
                  <a:lnTo>
                    <a:pt x="1517340" y="1031274"/>
                  </a:lnTo>
                  <a:lnTo>
                    <a:pt x="1519536" y="982383"/>
                  </a:lnTo>
                  <a:lnTo>
                    <a:pt x="1517340" y="933486"/>
                  </a:lnTo>
                  <a:lnTo>
                    <a:pt x="1510880" y="885819"/>
                  </a:lnTo>
                  <a:lnTo>
                    <a:pt x="1500346" y="839571"/>
                  </a:lnTo>
                  <a:lnTo>
                    <a:pt x="1485926" y="794932"/>
                  </a:lnTo>
                  <a:lnTo>
                    <a:pt x="1467811" y="752093"/>
                  </a:lnTo>
                  <a:lnTo>
                    <a:pt x="1446191" y="711241"/>
                  </a:lnTo>
                  <a:lnTo>
                    <a:pt x="1421254" y="672568"/>
                  </a:lnTo>
                  <a:lnTo>
                    <a:pt x="1393191" y="636263"/>
                  </a:lnTo>
                  <a:lnTo>
                    <a:pt x="1362192" y="602515"/>
                  </a:lnTo>
                  <a:lnTo>
                    <a:pt x="1328446" y="571515"/>
                  </a:lnTo>
                  <a:lnTo>
                    <a:pt x="1292143" y="543451"/>
                  </a:lnTo>
                  <a:lnTo>
                    <a:pt x="1253473" y="518514"/>
                  </a:lnTo>
                  <a:lnTo>
                    <a:pt x="1212624" y="496892"/>
                  </a:lnTo>
                  <a:lnTo>
                    <a:pt x="1169788" y="478777"/>
                  </a:lnTo>
                  <a:lnTo>
                    <a:pt x="1125154" y="464357"/>
                  </a:lnTo>
                  <a:lnTo>
                    <a:pt x="1078911" y="453823"/>
                  </a:lnTo>
                  <a:lnTo>
                    <a:pt x="1031249" y="447363"/>
                  </a:lnTo>
                  <a:lnTo>
                    <a:pt x="982358" y="445167"/>
                  </a:lnTo>
                  <a:lnTo>
                    <a:pt x="1827279" y="445167"/>
                  </a:lnTo>
                  <a:lnTo>
                    <a:pt x="1830863" y="463597"/>
                  </a:lnTo>
                  <a:lnTo>
                    <a:pt x="1826984" y="483544"/>
                  </a:lnTo>
                  <a:lnTo>
                    <a:pt x="1815346" y="501069"/>
                  </a:lnTo>
                  <a:lnTo>
                    <a:pt x="1674301" y="642114"/>
                  </a:lnTo>
                  <a:lnTo>
                    <a:pt x="1664936" y="654804"/>
                  </a:lnTo>
                  <a:lnTo>
                    <a:pt x="1659801" y="669365"/>
                  </a:lnTo>
                  <a:lnTo>
                    <a:pt x="1659068" y="684804"/>
                  </a:lnTo>
                  <a:lnTo>
                    <a:pt x="1662908" y="700126"/>
                  </a:lnTo>
                  <a:lnTo>
                    <a:pt x="1696621" y="731331"/>
                  </a:lnTo>
                  <a:lnTo>
                    <a:pt x="1712199" y="733677"/>
                  </a:lnTo>
                  <a:lnTo>
                    <a:pt x="1911678" y="733677"/>
                  </a:lnTo>
                  <a:lnTo>
                    <a:pt x="1932322" y="737842"/>
                  </a:lnTo>
                  <a:lnTo>
                    <a:pt x="1949176" y="749200"/>
                  </a:lnTo>
                  <a:lnTo>
                    <a:pt x="1960537" y="766042"/>
                  </a:lnTo>
                  <a:lnTo>
                    <a:pt x="1964703" y="786663"/>
                  </a:lnTo>
                  <a:lnTo>
                    <a:pt x="1964703" y="1178052"/>
                  </a:lnTo>
                  <a:lnTo>
                    <a:pt x="1960537" y="1198680"/>
                  </a:lnTo>
                  <a:lnTo>
                    <a:pt x="1949176" y="1215527"/>
                  </a:lnTo>
                  <a:lnTo>
                    <a:pt x="1932322" y="1226886"/>
                  </a:lnTo>
                  <a:lnTo>
                    <a:pt x="1911678" y="1231051"/>
                  </a:lnTo>
                  <a:lnTo>
                    <a:pt x="1712199" y="1231051"/>
                  </a:lnTo>
                  <a:lnTo>
                    <a:pt x="1696621" y="1233397"/>
                  </a:lnTo>
                  <a:lnTo>
                    <a:pt x="1663164" y="1263950"/>
                  </a:lnTo>
                  <a:lnTo>
                    <a:pt x="1659068" y="1279918"/>
                  </a:lnTo>
                  <a:lnTo>
                    <a:pt x="1659801" y="1295357"/>
                  </a:lnTo>
                  <a:lnTo>
                    <a:pt x="1664936" y="1309917"/>
                  </a:lnTo>
                  <a:lnTo>
                    <a:pt x="1674301" y="1322601"/>
                  </a:lnTo>
                  <a:lnTo>
                    <a:pt x="1815346" y="1463647"/>
                  </a:lnTo>
                  <a:lnTo>
                    <a:pt x="1826984" y="1481179"/>
                  </a:lnTo>
                  <a:lnTo>
                    <a:pt x="1830863" y="1501130"/>
                  </a:lnTo>
                  <a:lnTo>
                    <a:pt x="1827279" y="1519561"/>
                  </a:lnTo>
                  <a:close/>
                </a:path>
                <a:path w="1965325" h="1965325">
                  <a:moveTo>
                    <a:pt x="1178039" y="1964729"/>
                  </a:moveTo>
                  <a:lnTo>
                    <a:pt x="786651" y="1964729"/>
                  </a:lnTo>
                  <a:lnTo>
                    <a:pt x="766022" y="1960563"/>
                  </a:lnTo>
                  <a:lnTo>
                    <a:pt x="749176" y="1949201"/>
                  </a:lnTo>
                  <a:lnTo>
                    <a:pt x="737817" y="1932347"/>
                  </a:lnTo>
                  <a:lnTo>
                    <a:pt x="733651" y="1911704"/>
                  </a:lnTo>
                  <a:lnTo>
                    <a:pt x="733651" y="1712225"/>
                  </a:lnTo>
                  <a:lnTo>
                    <a:pt x="731305" y="1696646"/>
                  </a:lnTo>
                  <a:lnTo>
                    <a:pt x="700752" y="1663190"/>
                  </a:lnTo>
                  <a:lnTo>
                    <a:pt x="684784" y="1659077"/>
                  </a:lnTo>
                  <a:lnTo>
                    <a:pt x="1279915" y="1659077"/>
                  </a:lnTo>
                  <a:lnTo>
                    <a:pt x="1240024" y="1682725"/>
                  </a:lnTo>
                  <a:lnTo>
                    <a:pt x="1231026" y="1712225"/>
                  </a:lnTo>
                  <a:lnTo>
                    <a:pt x="1231026" y="1911704"/>
                  </a:lnTo>
                  <a:lnTo>
                    <a:pt x="1226860" y="1932347"/>
                  </a:lnTo>
                  <a:lnTo>
                    <a:pt x="1215503" y="1949201"/>
                  </a:lnTo>
                  <a:lnTo>
                    <a:pt x="1198660" y="1960563"/>
                  </a:lnTo>
                  <a:lnTo>
                    <a:pt x="1178039" y="1964729"/>
                  </a:lnTo>
                  <a:close/>
                </a:path>
                <a:path w="1965325" h="1965325">
                  <a:moveTo>
                    <a:pt x="1501120" y="1830879"/>
                  </a:moveTo>
                  <a:lnTo>
                    <a:pt x="1481175" y="1827002"/>
                  </a:lnTo>
                  <a:lnTo>
                    <a:pt x="1463634" y="1815372"/>
                  </a:lnTo>
                  <a:lnTo>
                    <a:pt x="1322588" y="1674326"/>
                  </a:lnTo>
                  <a:lnTo>
                    <a:pt x="1309900" y="1664957"/>
                  </a:lnTo>
                  <a:lnTo>
                    <a:pt x="1295342" y="1659812"/>
                  </a:lnTo>
                  <a:lnTo>
                    <a:pt x="1279915" y="1659077"/>
                  </a:lnTo>
                  <a:lnTo>
                    <a:pt x="1694882" y="1659077"/>
                  </a:lnTo>
                  <a:lnTo>
                    <a:pt x="1538587" y="1815372"/>
                  </a:lnTo>
                  <a:lnTo>
                    <a:pt x="1521061" y="1827002"/>
                  </a:lnTo>
                  <a:lnTo>
                    <a:pt x="1501120" y="1830879"/>
                  </a:lnTo>
                  <a:close/>
                </a:path>
              </a:pathLst>
            </a:custGeom>
            <a:solidFill>
              <a:srgbClr val="07786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405962" y="2678167"/>
            <a:ext cx="11069320" cy="3225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 indent="1987550">
              <a:lnSpc>
                <a:spcPct val="116700"/>
              </a:lnSpc>
              <a:spcBef>
                <a:spcPts val="95"/>
              </a:spcBef>
            </a:pPr>
            <a:r>
              <a:rPr dirty="0" sz="9000" spc="695">
                <a:latin typeface="Tahoma"/>
                <a:cs typeface="Tahoma"/>
              </a:rPr>
              <a:t>The</a:t>
            </a:r>
            <a:r>
              <a:rPr dirty="0" sz="9000" spc="-535">
                <a:latin typeface="Tahoma"/>
                <a:cs typeface="Tahoma"/>
              </a:rPr>
              <a:t> </a:t>
            </a:r>
            <a:r>
              <a:rPr dirty="0" sz="9000" spc="465">
                <a:latin typeface="Tahoma"/>
                <a:cs typeface="Tahoma"/>
              </a:rPr>
              <a:t>Machine </a:t>
            </a:r>
            <a:r>
              <a:rPr dirty="0" sz="9000" spc="490">
                <a:latin typeface="Tahoma"/>
                <a:cs typeface="Tahoma"/>
              </a:rPr>
              <a:t>Learning</a:t>
            </a:r>
            <a:r>
              <a:rPr dirty="0" sz="9000" spc="-509">
                <a:latin typeface="Tahoma"/>
                <a:cs typeface="Tahoma"/>
              </a:rPr>
              <a:t> </a:t>
            </a:r>
            <a:r>
              <a:rPr dirty="0" sz="9000" spc="470">
                <a:latin typeface="Tahoma"/>
                <a:cs typeface="Tahoma"/>
              </a:rPr>
              <a:t>Landscape</a:t>
            </a:r>
            <a:endParaRPr sz="90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460877" y="6633326"/>
            <a:ext cx="2827655" cy="3467100"/>
            <a:chOff x="15460877" y="6633326"/>
            <a:chExt cx="2827655" cy="3467100"/>
          </a:xfrm>
        </p:grpSpPr>
        <p:sp>
          <p:nvSpPr>
            <p:cNvPr id="9" name="object 9"/>
            <p:cNvSpPr/>
            <p:nvPr/>
          </p:nvSpPr>
          <p:spPr>
            <a:xfrm>
              <a:off x="16107519" y="7152501"/>
              <a:ext cx="2180590" cy="2948305"/>
            </a:xfrm>
            <a:custGeom>
              <a:avLst/>
              <a:gdLst/>
              <a:ahLst/>
              <a:cxnLst/>
              <a:rect l="l" t="t" r="r" b="b"/>
              <a:pathLst>
                <a:path w="2180590" h="2948304">
                  <a:moveTo>
                    <a:pt x="1028129" y="2490906"/>
                  </a:moveTo>
                  <a:lnTo>
                    <a:pt x="1921642" y="2490906"/>
                  </a:lnTo>
                  <a:lnTo>
                    <a:pt x="1898662" y="2496677"/>
                  </a:lnTo>
                  <a:lnTo>
                    <a:pt x="1897677" y="2497060"/>
                  </a:lnTo>
                  <a:lnTo>
                    <a:pt x="1877370" y="2509248"/>
                  </a:lnTo>
                  <a:lnTo>
                    <a:pt x="1861789" y="2526415"/>
                  </a:lnTo>
                  <a:lnTo>
                    <a:pt x="1851805" y="2547317"/>
                  </a:lnTo>
                  <a:lnTo>
                    <a:pt x="1848284" y="2570710"/>
                  </a:lnTo>
                  <a:lnTo>
                    <a:pt x="1848284" y="2870190"/>
                  </a:lnTo>
                  <a:lnTo>
                    <a:pt x="1842029" y="2901174"/>
                  </a:lnTo>
                  <a:lnTo>
                    <a:pt x="1824971" y="2926479"/>
                  </a:lnTo>
                  <a:lnTo>
                    <a:pt x="1799671" y="2943541"/>
                  </a:lnTo>
                  <a:lnTo>
                    <a:pt x="1778116" y="2947894"/>
                  </a:lnTo>
                  <a:lnTo>
                    <a:pt x="1171657" y="2947894"/>
                  </a:lnTo>
                  <a:lnTo>
                    <a:pt x="1150106" y="2943541"/>
                  </a:lnTo>
                  <a:lnTo>
                    <a:pt x="1124805" y="2926479"/>
                  </a:lnTo>
                  <a:lnTo>
                    <a:pt x="1107744" y="2901174"/>
                  </a:lnTo>
                  <a:lnTo>
                    <a:pt x="1101488" y="2870190"/>
                  </a:lnTo>
                  <a:lnTo>
                    <a:pt x="1101488" y="2570710"/>
                  </a:lnTo>
                  <a:lnTo>
                    <a:pt x="1097968" y="2547317"/>
                  </a:lnTo>
                  <a:lnTo>
                    <a:pt x="1087987" y="2526415"/>
                  </a:lnTo>
                  <a:lnTo>
                    <a:pt x="1072407" y="2509248"/>
                  </a:lnTo>
                  <a:lnTo>
                    <a:pt x="1052094" y="2497060"/>
                  </a:lnTo>
                  <a:lnTo>
                    <a:pt x="1051110" y="2496677"/>
                  </a:lnTo>
                  <a:lnTo>
                    <a:pt x="1028129" y="2490906"/>
                  </a:lnTo>
                  <a:close/>
                </a:path>
                <a:path w="2180590" h="2948304">
                  <a:moveTo>
                    <a:pt x="405077" y="2490906"/>
                  </a:moveTo>
                  <a:lnTo>
                    <a:pt x="1028129" y="2490906"/>
                  </a:lnTo>
                  <a:lnTo>
                    <a:pt x="1004956" y="2492018"/>
                  </a:lnTo>
                  <a:lnTo>
                    <a:pt x="983094" y="2499739"/>
                  </a:lnTo>
                  <a:lnTo>
                    <a:pt x="964048" y="2513798"/>
                  </a:lnTo>
                  <a:lnTo>
                    <a:pt x="752294" y="2725539"/>
                  </a:lnTo>
                  <a:lnTo>
                    <a:pt x="725959" y="2743030"/>
                  </a:lnTo>
                  <a:lnTo>
                    <a:pt x="696009" y="2748861"/>
                  </a:lnTo>
                  <a:lnTo>
                    <a:pt x="666058" y="2743030"/>
                  </a:lnTo>
                  <a:lnTo>
                    <a:pt x="639723" y="2725539"/>
                  </a:lnTo>
                  <a:lnTo>
                    <a:pt x="405077" y="2490906"/>
                  </a:lnTo>
                  <a:close/>
                </a:path>
                <a:path w="2180590" h="2948304">
                  <a:moveTo>
                    <a:pt x="2180377" y="1865481"/>
                  </a:moveTo>
                  <a:lnTo>
                    <a:pt x="2180480" y="2708531"/>
                  </a:lnTo>
                  <a:lnTo>
                    <a:pt x="1985724" y="2513798"/>
                  </a:lnTo>
                  <a:lnTo>
                    <a:pt x="1966678" y="2499739"/>
                  </a:lnTo>
                  <a:lnTo>
                    <a:pt x="1944816" y="2492018"/>
                  </a:lnTo>
                  <a:lnTo>
                    <a:pt x="1921642" y="2490906"/>
                  </a:lnTo>
                  <a:lnTo>
                    <a:pt x="405077" y="2490906"/>
                  </a:lnTo>
                  <a:lnTo>
                    <a:pt x="224220" y="2310061"/>
                  </a:lnTo>
                  <a:lnTo>
                    <a:pt x="206743" y="2283726"/>
                  </a:lnTo>
                  <a:lnTo>
                    <a:pt x="206294" y="2281420"/>
                  </a:lnTo>
                  <a:lnTo>
                    <a:pt x="1474886" y="2281420"/>
                  </a:lnTo>
                  <a:lnTo>
                    <a:pt x="1522250" y="2280048"/>
                  </a:lnTo>
                  <a:lnTo>
                    <a:pt x="1568899" y="2275982"/>
                  </a:lnTo>
                  <a:lnTo>
                    <a:pt x="1614757" y="2269299"/>
                  </a:lnTo>
                  <a:lnTo>
                    <a:pt x="1659747" y="2260075"/>
                  </a:lnTo>
                  <a:lnTo>
                    <a:pt x="1703793" y="2248386"/>
                  </a:lnTo>
                  <a:lnTo>
                    <a:pt x="1746820" y="2234309"/>
                  </a:lnTo>
                  <a:lnTo>
                    <a:pt x="1788751" y="2217918"/>
                  </a:lnTo>
                  <a:lnTo>
                    <a:pt x="1829511" y="2199292"/>
                  </a:lnTo>
                  <a:lnTo>
                    <a:pt x="1869022" y="2178504"/>
                  </a:lnTo>
                  <a:lnTo>
                    <a:pt x="1907209" y="2155633"/>
                  </a:lnTo>
                  <a:lnTo>
                    <a:pt x="1943996" y="2130754"/>
                  </a:lnTo>
                  <a:lnTo>
                    <a:pt x="1979307" y="2103942"/>
                  </a:lnTo>
                  <a:lnTo>
                    <a:pt x="2013066" y="2075275"/>
                  </a:lnTo>
                  <a:lnTo>
                    <a:pt x="2045196" y="2044828"/>
                  </a:lnTo>
                  <a:lnTo>
                    <a:pt x="2075622" y="2012678"/>
                  </a:lnTo>
                  <a:lnTo>
                    <a:pt x="2104267" y="1978901"/>
                  </a:lnTo>
                  <a:lnTo>
                    <a:pt x="2131055" y="1943572"/>
                  </a:lnTo>
                  <a:lnTo>
                    <a:pt x="2155910" y="1906769"/>
                  </a:lnTo>
                  <a:lnTo>
                    <a:pt x="2178757" y="1868566"/>
                  </a:lnTo>
                  <a:lnTo>
                    <a:pt x="2180377" y="1865481"/>
                  </a:lnTo>
                  <a:close/>
                </a:path>
                <a:path w="2180590" h="2948304">
                  <a:moveTo>
                    <a:pt x="607836" y="1565638"/>
                  </a:moveTo>
                  <a:lnTo>
                    <a:pt x="642969" y="1579749"/>
                  </a:lnTo>
                  <a:lnTo>
                    <a:pt x="670180" y="1606044"/>
                  </a:lnTo>
                  <a:lnTo>
                    <a:pt x="685716" y="1642118"/>
                  </a:lnTo>
                  <a:lnTo>
                    <a:pt x="697148" y="1689216"/>
                  </a:lnTo>
                  <a:lnTo>
                    <a:pt x="711292" y="1735193"/>
                  </a:lnTo>
                  <a:lnTo>
                    <a:pt x="728058" y="1779956"/>
                  </a:lnTo>
                  <a:lnTo>
                    <a:pt x="747355" y="1823415"/>
                  </a:lnTo>
                  <a:lnTo>
                    <a:pt x="768991" y="1865286"/>
                  </a:lnTo>
                  <a:lnTo>
                    <a:pt x="793181" y="1906064"/>
                  </a:lnTo>
                  <a:lnTo>
                    <a:pt x="819529" y="1945072"/>
                  </a:lnTo>
                  <a:lnTo>
                    <a:pt x="848048" y="1982415"/>
                  </a:lnTo>
                  <a:lnTo>
                    <a:pt x="878647" y="2018004"/>
                  </a:lnTo>
                  <a:lnTo>
                    <a:pt x="911235" y="2051747"/>
                  </a:lnTo>
                  <a:lnTo>
                    <a:pt x="945723" y="2083555"/>
                  </a:lnTo>
                  <a:lnTo>
                    <a:pt x="982020" y="2113337"/>
                  </a:lnTo>
                  <a:lnTo>
                    <a:pt x="1020036" y="2141004"/>
                  </a:lnTo>
                  <a:lnTo>
                    <a:pt x="1059681" y="2166464"/>
                  </a:lnTo>
                  <a:lnTo>
                    <a:pt x="1100864" y="2189627"/>
                  </a:lnTo>
                  <a:lnTo>
                    <a:pt x="1143496" y="2210403"/>
                  </a:lnTo>
                  <a:lnTo>
                    <a:pt x="1187485" y="2228703"/>
                  </a:lnTo>
                  <a:lnTo>
                    <a:pt x="1232742" y="2244434"/>
                  </a:lnTo>
                  <a:lnTo>
                    <a:pt x="1279177" y="2257508"/>
                  </a:lnTo>
                  <a:lnTo>
                    <a:pt x="1326699" y="2267834"/>
                  </a:lnTo>
                  <a:lnTo>
                    <a:pt x="1375218" y="2275321"/>
                  </a:lnTo>
                  <a:lnTo>
                    <a:pt x="1424644" y="2279880"/>
                  </a:lnTo>
                  <a:lnTo>
                    <a:pt x="1474886" y="2281420"/>
                  </a:lnTo>
                  <a:lnTo>
                    <a:pt x="206294" y="2281420"/>
                  </a:lnTo>
                  <a:lnTo>
                    <a:pt x="200917" y="2253776"/>
                  </a:lnTo>
                  <a:lnTo>
                    <a:pt x="206743" y="2223825"/>
                  </a:lnTo>
                  <a:lnTo>
                    <a:pt x="224220" y="2197490"/>
                  </a:lnTo>
                  <a:lnTo>
                    <a:pt x="435999" y="1985749"/>
                  </a:lnTo>
                  <a:lnTo>
                    <a:pt x="450058" y="1966687"/>
                  </a:lnTo>
                  <a:lnTo>
                    <a:pt x="457692" y="1945072"/>
                  </a:lnTo>
                  <a:lnTo>
                    <a:pt x="457779" y="1944825"/>
                  </a:lnTo>
                  <a:lnTo>
                    <a:pt x="458891" y="1921657"/>
                  </a:lnTo>
                  <a:lnTo>
                    <a:pt x="440517" y="1877382"/>
                  </a:lnTo>
                  <a:lnTo>
                    <a:pt x="402456" y="1851818"/>
                  </a:lnTo>
                  <a:lnTo>
                    <a:pt x="379075" y="1848297"/>
                  </a:lnTo>
                  <a:lnTo>
                    <a:pt x="79569" y="1848297"/>
                  </a:lnTo>
                  <a:lnTo>
                    <a:pt x="48601" y="1842040"/>
                  </a:lnTo>
                  <a:lnTo>
                    <a:pt x="23309" y="1824978"/>
                  </a:lnTo>
                  <a:lnTo>
                    <a:pt x="6254" y="1799673"/>
                  </a:lnTo>
                  <a:lnTo>
                    <a:pt x="0" y="1768689"/>
                  </a:lnTo>
                  <a:lnTo>
                    <a:pt x="0" y="1665350"/>
                  </a:lnTo>
                  <a:lnTo>
                    <a:pt x="9285" y="1623483"/>
                  </a:lnTo>
                  <a:lnTo>
                    <a:pt x="34168" y="1590678"/>
                  </a:lnTo>
                  <a:lnTo>
                    <a:pt x="70189" y="1570858"/>
                  </a:lnTo>
                  <a:lnTo>
                    <a:pt x="82159" y="1570041"/>
                  </a:lnTo>
                  <a:lnTo>
                    <a:pt x="531411" y="1570041"/>
                  </a:lnTo>
                  <a:lnTo>
                    <a:pt x="536535" y="1569906"/>
                  </a:lnTo>
                  <a:lnTo>
                    <a:pt x="539443" y="1569906"/>
                  </a:lnTo>
                  <a:lnTo>
                    <a:pt x="550243" y="1569047"/>
                  </a:lnTo>
                  <a:lnTo>
                    <a:pt x="558521" y="1567944"/>
                  </a:lnTo>
                  <a:lnTo>
                    <a:pt x="558794" y="1567944"/>
                  </a:lnTo>
                  <a:lnTo>
                    <a:pt x="568529" y="1566116"/>
                  </a:lnTo>
                  <a:lnTo>
                    <a:pt x="607836" y="1565638"/>
                  </a:lnTo>
                  <a:close/>
                </a:path>
                <a:path w="2180590" h="2948304">
                  <a:moveTo>
                    <a:pt x="112890" y="1567944"/>
                  </a:moveTo>
                  <a:lnTo>
                    <a:pt x="119558" y="1568849"/>
                  </a:lnTo>
                  <a:lnTo>
                    <a:pt x="126307" y="1569506"/>
                  </a:lnTo>
                  <a:lnTo>
                    <a:pt x="133131" y="1569906"/>
                  </a:lnTo>
                  <a:lnTo>
                    <a:pt x="140022" y="1570041"/>
                  </a:lnTo>
                  <a:lnTo>
                    <a:pt x="82159" y="1570041"/>
                  </a:lnTo>
                  <a:lnTo>
                    <a:pt x="112890" y="1567944"/>
                  </a:lnTo>
                  <a:close/>
                </a:path>
                <a:path w="2180590" h="2948304">
                  <a:moveTo>
                    <a:pt x="2180480" y="241232"/>
                  </a:moveTo>
                  <a:lnTo>
                    <a:pt x="2180480" y="1084128"/>
                  </a:lnTo>
                  <a:lnTo>
                    <a:pt x="2178520" y="1080401"/>
                  </a:lnTo>
                  <a:lnTo>
                    <a:pt x="2155678" y="1042251"/>
                  </a:lnTo>
                  <a:lnTo>
                    <a:pt x="2130830" y="1005501"/>
                  </a:lnTo>
                  <a:lnTo>
                    <a:pt x="2104053" y="970229"/>
                  </a:lnTo>
                  <a:lnTo>
                    <a:pt x="2075423" y="936509"/>
                  </a:lnTo>
                  <a:lnTo>
                    <a:pt x="2045014" y="904417"/>
                  </a:lnTo>
                  <a:lnTo>
                    <a:pt x="2012902" y="874029"/>
                  </a:lnTo>
                  <a:lnTo>
                    <a:pt x="1979164" y="845420"/>
                  </a:lnTo>
                  <a:lnTo>
                    <a:pt x="1943873" y="818666"/>
                  </a:lnTo>
                  <a:lnTo>
                    <a:pt x="1907107" y="793841"/>
                  </a:lnTo>
                  <a:lnTo>
                    <a:pt x="1868941" y="771023"/>
                  </a:lnTo>
                  <a:lnTo>
                    <a:pt x="1829449" y="750286"/>
                  </a:lnTo>
                  <a:lnTo>
                    <a:pt x="1788708" y="731705"/>
                  </a:lnTo>
                  <a:lnTo>
                    <a:pt x="1746793" y="715357"/>
                  </a:lnTo>
                  <a:lnTo>
                    <a:pt x="1703780" y="701317"/>
                  </a:lnTo>
                  <a:lnTo>
                    <a:pt x="1659745" y="689660"/>
                  </a:lnTo>
                  <a:lnTo>
                    <a:pt x="1614762" y="680462"/>
                  </a:lnTo>
                  <a:lnTo>
                    <a:pt x="1568907" y="673799"/>
                  </a:lnTo>
                  <a:lnTo>
                    <a:pt x="1522257" y="669745"/>
                  </a:lnTo>
                  <a:lnTo>
                    <a:pt x="1478428" y="668480"/>
                  </a:lnTo>
                  <a:lnTo>
                    <a:pt x="1446615" y="668480"/>
                  </a:lnTo>
                  <a:lnTo>
                    <a:pt x="1442549" y="664414"/>
                  </a:lnTo>
                  <a:lnTo>
                    <a:pt x="1442556" y="458880"/>
                  </a:lnTo>
                  <a:lnTo>
                    <a:pt x="1921642" y="458880"/>
                  </a:lnTo>
                  <a:lnTo>
                    <a:pt x="1944816" y="457771"/>
                  </a:lnTo>
                  <a:lnTo>
                    <a:pt x="1966678" y="450060"/>
                  </a:lnTo>
                  <a:lnTo>
                    <a:pt x="1985724" y="436012"/>
                  </a:lnTo>
                  <a:lnTo>
                    <a:pt x="2180480" y="241232"/>
                  </a:lnTo>
                  <a:close/>
                </a:path>
                <a:path w="2180590" h="2948304">
                  <a:moveTo>
                    <a:pt x="1446615" y="668480"/>
                  </a:moveTo>
                  <a:lnTo>
                    <a:pt x="1459875" y="668480"/>
                  </a:lnTo>
                  <a:lnTo>
                    <a:pt x="1446973" y="668838"/>
                  </a:lnTo>
                  <a:lnTo>
                    <a:pt x="1446615" y="668480"/>
                  </a:lnTo>
                  <a:close/>
                </a:path>
                <a:path w="2180590" h="2948304">
                  <a:moveTo>
                    <a:pt x="1346614" y="0"/>
                  </a:moveTo>
                  <a:lnTo>
                    <a:pt x="1768689" y="0"/>
                  </a:lnTo>
                  <a:lnTo>
                    <a:pt x="1799671" y="6256"/>
                  </a:lnTo>
                  <a:lnTo>
                    <a:pt x="1824971" y="23315"/>
                  </a:lnTo>
                  <a:lnTo>
                    <a:pt x="1842029" y="48612"/>
                  </a:lnTo>
                  <a:lnTo>
                    <a:pt x="1848284" y="79581"/>
                  </a:lnTo>
                  <a:lnTo>
                    <a:pt x="1848284" y="379088"/>
                  </a:lnTo>
                  <a:lnTo>
                    <a:pt x="1851805" y="402469"/>
                  </a:lnTo>
                  <a:lnTo>
                    <a:pt x="1877370" y="440529"/>
                  </a:lnTo>
                  <a:lnTo>
                    <a:pt x="1921642" y="458880"/>
                  </a:lnTo>
                  <a:lnTo>
                    <a:pt x="1442556" y="458880"/>
                  </a:lnTo>
                  <a:lnTo>
                    <a:pt x="1442562" y="267502"/>
                  </a:lnTo>
                  <a:lnTo>
                    <a:pt x="1436209" y="220369"/>
                  </a:lnTo>
                  <a:lnTo>
                    <a:pt x="1418289" y="177985"/>
                  </a:lnTo>
                  <a:lnTo>
                    <a:pt x="1390507" y="142054"/>
                  </a:lnTo>
                  <a:lnTo>
                    <a:pt x="1354571" y="114279"/>
                  </a:lnTo>
                  <a:lnTo>
                    <a:pt x="1312188" y="96365"/>
                  </a:lnTo>
                  <a:lnTo>
                    <a:pt x="1265063" y="90015"/>
                  </a:lnTo>
                  <a:lnTo>
                    <a:pt x="1258303" y="87921"/>
                  </a:lnTo>
                  <a:lnTo>
                    <a:pt x="1254199" y="82756"/>
                  </a:lnTo>
                  <a:lnTo>
                    <a:pt x="1253449" y="76195"/>
                  </a:lnTo>
                  <a:lnTo>
                    <a:pt x="1256752" y="69915"/>
                  </a:lnTo>
                  <a:lnTo>
                    <a:pt x="1264265" y="61931"/>
                  </a:lnTo>
                  <a:lnTo>
                    <a:pt x="1271192" y="53608"/>
                  </a:lnTo>
                  <a:lnTo>
                    <a:pt x="1277532" y="44970"/>
                  </a:lnTo>
                  <a:lnTo>
                    <a:pt x="1283283" y="36044"/>
                  </a:lnTo>
                  <a:lnTo>
                    <a:pt x="1295182" y="21021"/>
                  </a:lnTo>
                  <a:lnTo>
                    <a:pt x="1310230" y="9674"/>
                  </a:lnTo>
                  <a:lnTo>
                    <a:pt x="1327638" y="2501"/>
                  </a:lnTo>
                  <a:lnTo>
                    <a:pt x="1346614" y="0"/>
                  </a:lnTo>
                  <a:close/>
                </a:path>
              </a:pathLst>
            </a:custGeom>
            <a:solidFill>
              <a:srgbClr val="EB85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5460877" y="6633326"/>
              <a:ext cx="1965325" cy="1965325"/>
            </a:xfrm>
            <a:custGeom>
              <a:avLst/>
              <a:gdLst/>
              <a:ahLst/>
              <a:cxnLst/>
              <a:rect l="l" t="t" r="r" b="b"/>
              <a:pathLst>
                <a:path w="1965325" h="1965325">
                  <a:moveTo>
                    <a:pt x="684788" y="1659077"/>
                  </a:moveTo>
                  <a:lnTo>
                    <a:pt x="1279918" y="1659077"/>
                  </a:lnTo>
                  <a:lnTo>
                    <a:pt x="1264602" y="1662934"/>
                  </a:lnTo>
                  <a:lnTo>
                    <a:pt x="1263950" y="1663190"/>
                  </a:lnTo>
                  <a:lnTo>
                    <a:pt x="1250427" y="1671295"/>
                  </a:lnTo>
                  <a:lnTo>
                    <a:pt x="1240050" y="1682725"/>
                  </a:lnTo>
                  <a:lnTo>
                    <a:pt x="1233397" y="1696646"/>
                  </a:lnTo>
                  <a:lnTo>
                    <a:pt x="1231051" y="1712225"/>
                  </a:lnTo>
                  <a:lnTo>
                    <a:pt x="1231051" y="1911704"/>
                  </a:lnTo>
                  <a:lnTo>
                    <a:pt x="1226886" y="1932347"/>
                  </a:lnTo>
                  <a:lnTo>
                    <a:pt x="1215527" y="1949201"/>
                  </a:lnTo>
                  <a:lnTo>
                    <a:pt x="1198680" y="1960563"/>
                  </a:lnTo>
                  <a:lnTo>
                    <a:pt x="1178052" y="1964729"/>
                  </a:lnTo>
                  <a:lnTo>
                    <a:pt x="786663" y="1964729"/>
                  </a:lnTo>
                  <a:lnTo>
                    <a:pt x="766042" y="1960563"/>
                  </a:lnTo>
                  <a:lnTo>
                    <a:pt x="749200" y="1949201"/>
                  </a:lnTo>
                  <a:lnTo>
                    <a:pt x="737842" y="1932347"/>
                  </a:lnTo>
                  <a:lnTo>
                    <a:pt x="733677" y="1911704"/>
                  </a:lnTo>
                  <a:lnTo>
                    <a:pt x="733677" y="1712225"/>
                  </a:lnTo>
                  <a:lnTo>
                    <a:pt x="731331" y="1696646"/>
                  </a:lnTo>
                  <a:lnTo>
                    <a:pt x="724679" y="1682725"/>
                  </a:lnTo>
                  <a:lnTo>
                    <a:pt x="714301" y="1671295"/>
                  </a:lnTo>
                  <a:lnTo>
                    <a:pt x="700778" y="1663190"/>
                  </a:lnTo>
                  <a:lnTo>
                    <a:pt x="700087" y="1662934"/>
                  </a:lnTo>
                  <a:lnTo>
                    <a:pt x="684788" y="1659077"/>
                  </a:lnTo>
                  <a:close/>
                </a:path>
                <a:path w="1965325" h="1965325">
                  <a:moveTo>
                    <a:pt x="1501130" y="133850"/>
                  </a:moveTo>
                  <a:lnTo>
                    <a:pt x="1538613" y="149356"/>
                  </a:lnTo>
                  <a:lnTo>
                    <a:pt x="1815359" y="426116"/>
                  </a:lnTo>
                  <a:lnTo>
                    <a:pt x="1830885" y="463599"/>
                  </a:lnTo>
                  <a:lnTo>
                    <a:pt x="1827004" y="483550"/>
                  </a:lnTo>
                  <a:lnTo>
                    <a:pt x="1815359" y="501082"/>
                  </a:lnTo>
                  <a:lnTo>
                    <a:pt x="1674314" y="642127"/>
                  </a:lnTo>
                  <a:lnTo>
                    <a:pt x="1664951" y="654811"/>
                  </a:lnTo>
                  <a:lnTo>
                    <a:pt x="1659806" y="669372"/>
                  </a:lnTo>
                  <a:lnTo>
                    <a:pt x="1659061" y="684810"/>
                  </a:lnTo>
                  <a:lnTo>
                    <a:pt x="1662895" y="700126"/>
                  </a:lnTo>
                  <a:lnTo>
                    <a:pt x="1696646" y="731331"/>
                  </a:lnTo>
                  <a:lnTo>
                    <a:pt x="1712225" y="733677"/>
                  </a:lnTo>
                  <a:lnTo>
                    <a:pt x="1911704" y="733677"/>
                  </a:lnTo>
                  <a:lnTo>
                    <a:pt x="1932332" y="737842"/>
                  </a:lnTo>
                  <a:lnTo>
                    <a:pt x="1949179" y="749201"/>
                  </a:lnTo>
                  <a:lnTo>
                    <a:pt x="1960538" y="766048"/>
                  </a:lnTo>
                  <a:lnTo>
                    <a:pt x="1964703" y="786676"/>
                  </a:lnTo>
                  <a:lnTo>
                    <a:pt x="1964703" y="1178065"/>
                  </a:lnTo>
                  <a:lnTo>
                    <a:pt x="1960538" y="1198686"/>
                  </a:lnTo>
                  <a:lnTo>
                    <a:pt x="1949179" y="1215529"/>
                  </a:lnTo>
                  <a:lnTo>
                    <a:pt x="1932332" y="1226886"/>
                  </a:lnTo>
                  <a:lnTo>
                    <a:pt x="1911704" y="1231051"/>
                  </a:lnTo>
                  <a:lnTo>
                    <a:pt x="1712225" y="1231051"/>
                  </a:lnTo>
                  <a:lnTo>
                    <a:pt x="1696646" y="1233397"/>
                  </a:lnTo>
                  <a:lnTo>
                    <a:pt x="1663190" y="1263950"/>
                  </a:lnTo>
                  <a:lnTo>
                    <a:pt x="1659061" y="1279924"/>
                  </a:lnTo>
                  <a:lnTo>
                    <a:pt x="1659806" y="1295363"/>
                  </a:lnTo>
                  <a:lnTo>
                    <a:pt x="1664951" y="1309925"/>
                  </a:lnTo>
                  <a:lnTo>
                    <a:pt x="1674314" y="1322614"/>
                  </a:lnTo>
                  <a:lnTo>
                    <a:pt x="1815359" y="1463659"/>
                  </a:lnTo>
                  <a:lnTo>
                    <a:pt x="1827004" y="1481184"/>
                  </a:lnTo>
                  <a:lnTo>
                    <a:pt x="1830885" y="1501131"/>
                  </a:lnTo>
                  <a:lnTo>
                    <a:pt x="1827004" y="1521081"/>
                  </a:lnTo>
                  <a:lnTo>
                    <a:pt x="1815359" y="1538613"/>
                  </a:lnTo>
                  <a:lnTo>
                    <a:pt x="1538613" y="1815372"/>
                  </a:lnTo>
                  <a:lnTo>
                    <a:pt x="1521081" y="1827009"/>
                  </a:lnTo>
                  <a:lnTo>
                    <a:pt x="1501130" y="1830888"/>
                  </a:lnTo>
                  <a:lnTo>
                    <a:pt x="1481179" y="1827009"/>
                  </a:lnTo>
                  <a:lnTo>
                    <a:pt x="1463647" y="1815372"/>
                  </a:lnTo>
                  <a:lnTo>
                    <a:pt x="1322601" y="1674326"/>
                  </a:lnTo>
                  <a:lnTo>
                    <a:pt x="1309917" y="1664957"/>
                  </a:lnTo>
                  <a:lnTo>
                    <a:pt x="1295357" y="1659812"/>
                  </a:lnTo>
                  <a:lnTo>
                    <a:pt x="1279918" y="1659077"/>
                  </a:lnTo>
                  <a:lnTo>
                    <a:pt x="269820" y="1659077"/>
                  </a:lnTo>
                  <a:lnTo>
                    <a:pt x="149356" y="1538613"/>
                  </a:lnTo>
                  <a:lnTo>
                    <a:pt x="137719" y="1521081"/>
                  </a:lnTo>
                  <a:lnTo>
                    <a:pt x="137424" y="1519561"/>
                  </a:lnTo>
                  <a:lnTo>
                    <a:pt x="982345" y="1519561"/>
                  </a:lnTo>
                  <a:lnTo>
                    <a:pt x="1031242" y="1517366"/>
                  </a:lnTo>
                  <a:lnTo>
                    <a:pt x="1078908" y="1510906"/>
                  </a:lnTo>
                  <a:lnTo>
                    <a:pt x="1125154" y="1500371"/>
                  </a:lnTo>
                  <a:lnTo>
                    <a:pt x="1169791" y="1485951"/>
                  </a:lnTo>
                  <a:lnTo>
                    <a:pt x="1212628" y="1467836"/>
                  </a:lnTo>
                  <a:lnTo>
                    <a:pt x="1253477" y="1446215"/>
                  </a:lnTo>
                  <a:lnTo>
                    <a:pt x="1292147" y="1421277"/>
                  </a:lnTo>
                  <a:lnTo>
                    <a:pt x="1328449" y="1393214"/>
                  </a:lnTo>
                  <a:lnTo>
                    <a:pt x="1362194" y="1362213"/>
                  </a:lnTo>
                  <a:lnTo>
                    <a:pt x="1393191" y="1328465"/>
                  </a:lnTo>
                  <a:lnTo>
                    <a:pt x="1421252" y="1292160"/>
                  </a:lnTo>
                  <a:lnTo>
                    <a:pt x="1446186" y="1253487"/>
                  </a:lnTo>
                  <a:lnTo>
                    <a:pt x="1467805" y="1212636"/>
                  </a:lnTo>
                  <a:lnTo>
                    <a:pt x="1485918" y="1169796"/>
                  </a:lnTo>
                  <a:lnTo>
                    <a:pt x="1500335" y="1125157"/>
                  </a:lnTo>
                  <a:lnTo>
                    <a:pt x="1510869" y="1078909"/>
                  </a:lnTo>
                  <a:lnTo>
                    <a:pt x="1517328" y="1031242"/>
                  </a:lnTo>
                  <a:lnTo>
                    <a:pt x="1519523" y="982345"/>
                  </a:lnTo>
                  <a:lnTo>
                    <a:pt x="1517328" y="933454"/>
                  </a:lnTo>
                  <a:lnTo>
                    <a:pt x="1510869" y="885792"/>
                  </a:lnTo>
                  <a:lnTo>
                    <a:pt x="1500335" y="839549"/>
                  </a:lnTo>
                  <a:lnTo>
                    <a:pt x="1485918" y="794914"/>
                  </a:lnTo>
                  <a:lnTo>
                    <a:pt x="1467805" y="752078"/>
                  </a:lnTo>
                  <a:lnTo>
                    <a:pt x="1446186" y="711230"/>
                  </a:lnTo>
                  <a:lnTo>
                    <a:pt x="1421252" y="672560"/>
                  </a:lnTo>
                  <a:lnTo>
                    <a:pt x="1393191" y="636256"/>
                  </a:lnTo>
                  <a:lnTo>
                    <a:pt x="1362194" y="602510"/>
                  </a:lnTo>
                  <a:lnTo>
                    <a:pt x="1328449" y="571511"/>
                  </a:lnTo>
                  <a:lnTo>
                    <a:pt x="1292147" y="543449"/>
                  </a:lnTo>
                  <a:lnTo>
                    <a:pt x="1253477" y="518512"/>
                  </a:lnTo>
                  <a:lnTo>
                    <a:pt x="1212628" y="496892"/>
                  </a:lnTo>
                  <a:lnTo>
                    <a:pt x="1169791" y="478777"/>
                  </a:lnTo>
                  <a:lnTo>
                    <a:pt x="1125154" y="464357"/>
                  </a:lnTo>
                  <a:lnTo>
                    <a:pt x="1078908" y="453822"/>
                  </a:lnTo>
                  <a:lnTo>
                    <a:pt x="1031242" y="447363"/>
                  </a:lnTo>
                  <a:lnTo>
                    <a:pt x="982345" y="445167"/>
                  </a:lnTo>
                  <a:lnTo>
                    <a:pt x="137424" y="445167"/>
                  </a:lnTo>
                  <a:lnTo>
                    <a:pt x="137719" y="443648"/>
                  </a:lnTo>
                  <a:lnTo>
                    <a:pt x="149356" y="426116"/>
                  </a:lnTo>
                  <a:lnTo>
                    <a:pt x="269820" y="305651"/>
                  </a:lnTo>
                  <a:lnTo>
                    <a:pt x="1279918" y="305651"/>
                  </a:lnTo>
                  <a:lnTo>
                    <a:pt x="1295357" y="304916"/>
                  </a:lnTo>
                  <a:lnTo>
                    <a:pt x="1309917" y="299772"/>
                  </a:lnTo>
                  <a:lnTo>
                    <a:pt x="1322601" y="290402"/>
                  </a:lnTo>
                  <a:lnTo>
                    <a:pt x="1463647" y="149356"/>
                  </a:lnTo>
                  <a:lnTo>
                    <a:pt x="1481179" y="137726"/>
                  </a:lnTo>
                  <a:lnTo>
                    <a:pt x="1501130" y="133850"/>
                  </a:lnTo>
                  <a:close/>
                </a:path>
                <a:path w="1965325" h="1965325">
                  <a:moveTo>
                    <a:pt x="269820" y="1659077"/>
                  </a:moveTo>
                  <a:lnTo>
                    <a:pt x="684788" y="1659077"/>
                  </a:lnTo>
                  <a:lnTo>
                    <a:pt x="669360" y="1659812"/>
                  </a:lnTo>
                  <a:lnTo>
                    <a:pt x="654803" y="1664957"/>
                  </a:lnTo>
                  <a:lnTo>
                    <a:pt x="642114" y="1674326"/>
                  </a:lnTo>
                  <a:lnTo>
                    <a:pt x="501069" y="1815372"/>
                  </a:lnTo>
                  <a:lnTo>
                    <a:pt x="483528" y="1827009"/>
                  </a:lnTo>
                  <a:lnTo>
                    <a:pt x="463583" y="1830888"/>
                  </a:lnTo>
                  <a:lnTo>
                    <a:pt x="443642" y="1827009"/>
                  </a:lnTo>
                  <a:lnTo>
                    <a:pt x="426116" y="1815372"/>
                  </a:lnTo>
                  <a:lnTo>
                    <a:pt x="269820" y="1659077"/>
                  </a:lnTo>
                  <a:close/>
                </a:path>
                <a:path w="1965325" h="1965325">
                  <a:moveTo>
                    <a:pt x="137424" y="445167"/>
                  </a:moveTo>
                  <a:lnTo>
                    <a:pt x="982345" y="445167"/>
                  </a:lnTo>
                  <a:lnTo>
                    <a:pt x="933454" y="447363"/>
                  </a:lnTo>
                  <a:lnTo>
                    <a:pt x="885792" y="453822"/>
                  </a:lnTo>
                  <a:lnTo>
                    <a:pt x="839549" y="464357"/>
                  </a:lnTo>
                  <a:lnTo>
                    <a:pt x="794914" y="478777"/>
                  </a:lnTo>
                  <a:lnTo>
                    <a:pt x="752078" y="496892"/>
                  </a:lnTo>
                  <a:lnTo>
                    <a:pt x="711230" y="518512"/>
                  </a:lnTo>
                  <a:lnTo>
                    <a:pt x="672560" y="543449"/>
                  </a:lnTo>
                  <a:lnTo>
                    <a:pt x="636256" y="571511"/>
                  </a:lnTo>
                  <a:lnTo>
                    <a:pt x="602510" y="602510"/>
                  </a:lnTo>
                  <a:lnTo>
                    <a:pt x="571511" y="636256"/>
                  </a:lnTo>
                  <a:lnTo>
                    <a:pt x="543449" y="672560"/>
                  </a:lnTo>
                  <a:lnTo>
                    <a:pt x="518512" y="711230"/>
                  </a:lnTo>
                  <a:lnTo>
                    <a:pt x="496892" y="752078"/>
                  </a:lnTo>
                  <a:lnTo>
                    <a:pt x="478777" y="794914"/>
                  </a:lnTo>
                  <a:lnTo>
                    <a:pt x="464357" y="839549"/>
                  </a:lnTo>
                  <a:lnTo>
                    <a:pt x="453822" y="885792"/>
                  </a:lnTo>
                  <a:lnTo>
                    <a:pt x="447363" y="933454"/>
                  </a:lnTo>
                  <a:lnTo>
                    <a:pt x="445167" y="982345"/>
                  </a:lnTo>
                  <a:lnTo>
                    <a:pt x="447363" y="1031242"/>
                  </a:lnTo>
                  <a:lnTo>
                    <a:pt x="453822" y="1078909"/>
                  </a:lnTo>
                  <a:lnTo>
                    <a:pt x="464357" y="1125157"/>
                  </a:lnTo>
                  <a:lnTo>
                    <a:pt x="478777" y="1169796"/>
                  </a:lnTo>
                  <a:lnTo>
                    <a:pt x="496892" y="1212636"/>
                  </a:lnTo>
                  <a:lnTo>
                    <a:pt x="518512" y="1253487"/>
                  </a:lnTo>
                  <a:lnTo>
                    <a:pt x="543449" y="1292160"/>
                  </a:lnTo>
                  <a:lnTo>
                    <a:pt x="571511" y="1328465"/>
                  </a:lnTo>
                  <a:lnTo>
                    <a:pt x="602510" y="1362213"/>
                  </a:lnTo>
                  <a:lnTo>
                    <a:pt x="636256" y="1393214"/>
                  </a:lnTo>
                  <a:lnTo>
                    <a:pt x="672560" y="1421277"/>
                  </a:lnTo>
                  <a:lnTo>
                    <a:pt x="711230" y="1446215"/>
                  </a:lnTo>
                  <a:lnTo>
                    <a:pt x="752078" y="1467836"/>
                  </a:lnTo>
                  <a:lnTo>
                    <a:pt x="794914" y="1485951"/>
                  </a:lnTo>
                  <a:lnTo>
                    <a:pt x="839549" y="1500371"/>
                  </a:lnTo>
                  <a:lnTo>
                    <a:pt x="885792" y="1510906"/>
                  </a:lnTo>
                  <a:lnTo>
                    <a:pt x="933454" y="1517366"/>
                  </a:lnTo>
                  <a:lnTo>
                    <a:pt x="982345" y="1519561"/>
                  </a:lnTo>
                  <a:lnTo>
                    <a:pt x="137424" y="1519561"/>
                  </a:lnTo>
                  <a:lnTo>
                    <a:pt x="133840" y="1501131"/>
                  </a:lnTo>
                  <a:lnTo>
                    <a:pt x="137719" y="1481184"/>
                  </a:lnTo>
                  <a:lnTo>
                    <a:pt x="149356" y="1463659"/>
                  </a:lnTo>
                  <a:lnTo>
                    <a:pt x="290402" y="1322614"/>
                  </a:lnTo>
                  <a:lnTo>
                    <a:pt x="299766" y="1309925"/>
                  </a:lnTo>
                  <a:lnTo>
                    <a:pt x="304901" y="1295363"/>
                  </a:lnTo>
                  <a:lnTo>
                    <a:pt x="305635" y="1279924"/>
                  </a:lnTo>
                  <a:lnTo>
                    <a:pt x="301794" y="1264602"/>
                  </a:lnTo>
                  <a:lnTo>
                    <a:pt x="268082" y="1233397"/>
                  </a:lnTo>
                  <a:lnTo>
                    <a:pt x="252503" y="1231051"/>
                  </a:lnTo>
                  <a:lnTo>
                    <a:pt x="53024" y="1231051"/>
                  </a:lnTo>
                  <a:lnTo>
                    <a:pt x="32381" y="1226886"/>
                  </a:lnTo>
                  <a:lnTo>
                    <a:pt x="15527" y="1215529"/>
                  </a:lnTo>
                  <a:lnTo>
                    <a:pt x="4165" y="1198686"/>
                  </a:lnTo>
                  <a:lnTo>
                    <a:pt x="0" y="1178065"/>
                  </a:lnTo>
                  <a:lnTo>
                    <a:pt x="0" y="786676"/>
                  </a:lnTo>
                  <a:lnTo>
                    <a:pt x="4165" y="766048"/>
                  </a:lnTo>
                  <a:lnTo>
                    <a:pt x="15527" y="749201"/>
                  </a:lnTo>
                  <a:lnTo>
                    <a:pt x="32381" y="737842"/>
                  </a:lnTo>
                  <a:lnTo>
                    <a:pt x="53024" y="733677"/>
                  </a:lnTo>
                  <a:lnTo>
                    <a:pt x="252503" y="733677"/>
                  </a:lnTo>
                  <a:lnTo>
                    <a:pt x="268082" y="731331"/>
                  </a:lnTo>
                  <a:lnTo>
                    <a:pt x="301539" y="700778"/>
                  </a:lnTo>
                  <a:lnTo>
                    <a:pt x="305635" y="684810"/>
                  </a:lnTo>
                  <a:lnTo>
                    <a:pt x="304901" y="669372"/>
                  </a:lnTo>
                  <a:lnTo>
                    <a:pt x="299766" y="654811"/>
                  </a:lnTo>
                  <a:lnTo>
                    <a:pt x="290402" y="642127"/>
                  </a:lnTo>
                  <a:lnTo>
                    <a:pt x="149356" y="501082"/>
                  </a:lnTo>
                  <a:lnTo>
                    <a:pt x="137719" y="483550"/>
                  </a:lnTo>
                  <a:lnTo>
                    <a:pt x="133840" y="463599"/>
                  </a:lnTo>
                  <a:lnTo>
                    <a:pt x="137424" y="445167"/>
                  </a:lnTo>
                  <a:close/>
                </a:path>
                <a:path w="1965325" h="1965325">
                  <a:moveTo>
                    <a:pt x="786663" y="0"/>
                  </a:moveTo>
                  <a:lnTo>
                    <a:pt x="1178052" y="0"/>
                  </a:lnTo>
                  <a:lnTo>
                    <a:pt x="1198680" y="4165"/>
                  </a:lnTo>
                  <a:lnTo>
                    <a:pt x="1215527" y="15527"/>
                  </a:lnTo>
                  <a:lnTo>
                    <a:pt x="1226886" y="32381"/>
                  </a:lnTo>
                  <a:lnTo>
                    <a:pt x="1231051" y="53024"/>
                  </a:lnTo>
                  <a:lnTo>
                    <a:pt x="1231051" y="252503"/>
                  </a:lnTo>
                  <a:lnTo>
                    <a:pt x="1233397" y="268082"/>
                  </a:lnTo>
                  <a:lnTo>
                    <a:pt x="1263950" y="301539"/>
                  </a:lnTo>
                  <a:lnTo>
                    <a:pt x="1279918" y="305651"/>
                  </a:lnTo>
                  <a:lnTo>
                    <a:pt x="684788" y="305651"/>
                  </a:lnTo>
                  <a:lnTo>
                    <a:pt x="724679" y="282003"/>
                  </a:lnTo>
                  <a:lnTo>
                    <a:pt x="733677" y="252503"/>
                  </a:lnTo>
                  <a:lnTo>
                    <a:pt x="733677" y="53024"/>
                  </a:lnTo>
                  <a:lnTo>
                    <a:pt x="737842" y="32381"/>
                  </a:lnTo>
                  <a:lnTo>
                    <a:pt x="749200" y="15527"/>
                  </a:lnTo>
                  <a:lnTo>
                    <a:pt x="766042" y="4165"/>
                  </a:lnTo>
                  <a:lnTo>
                    <a:pt x="786663" y="0"/>
                  </a:lnTo>
                  <a:close/>
                </a:path>
                <a:path w="1965325" h="1965325">
                  <a:moveTo>
                    <a:pt x="463583" y="133850"/>
                  </a:moveTo>
                  <a:lnTo>
                    <a:pt x="483528" y="137726"/>
                  </a:lnTo>
                  <a:lnTo>
                    <a:pt x="501069" y="149356"/>
                  </a:lnTo>
                  <a:lnTo>
                    <a:pt x="642114" y="290402"/>
                  </a:lnTo>
                  <a:lnTo>
                    <a:pt x="654803" y="299772"/>
                  </a:lnTo>
                  <a:lnTo>
                    <a:pt x="669360" y="304916"/>
                  </a:lnTo>
                  <a:lnTo>
                    <a:pt x="684788" y="305651"/>
                  </a:lnTo>
                  <a:lnTo>
                    <a:pt x="269820" y="305651"/>
                  </a:lnTo>
                  <a:lnTo>
                    <a:pt x="426116" y="149356"/>
                  </a:lnTo>
                  <a:lnTo>
                    <a:pt x="443642" y="137726"/>
                  </a:lnTo>
                  <a:lnTo>
                    <a:pt x="463583" y="133850"/>
                  </a:lnTo>
                  <a:close/>
                </a:path>
              </a:pathLst>
            </a:custGeom>
            <a:solidFill>
              <a:srgbClr val="07786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951922" y="6512520"/>
            <a:ext cx="6384290" cy="1116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4655"/>
              </a:lnSpc>
              <a:spcBef>
                <a:spcPts val="100"/>
              </a:spcBef>
            </a:pPr>
            <a:r>
              <a:rPr dirty="0" sz="4000" spc="-330">
                <a:latin typeface="Arial MT"/>
                <a:cs typeface="Arial MT"/>
              </a:rPr>
              <a:t>Dr.</a:t>
            </a:r>
            <a:r>
              <a:rPr dirty="0" sz="4000" spc="-65">
                <a:latin typeface="Arial MT"/>
                <a:cs typeface="Arial MT"/>
              </a:rPr>
              <a:t> </a:t>
            </a:r>
            <a:r>
              <a:rPr dirty="0" sz="4000" spc="-375">
                <a:latin typeface="Arial MT"/>
                <a:cs typeface="Arial MT"/>
              </a:rPr>
              <a:t>Muhammad</a:t>
            </a:r>
            <a:r>
              <a:rPr dirty="0" sz="4000" spc="-60">
                <a:latin typeface="Arial MT"/>
                <a:cs typeface="Arial MT"/>
              </a:rPr>
              <a:t> </a:t>
            </a:r>
            <a:r>
              <a:rPr dirty="0" sz="4000" spc="-315">
                <a:latin typeface="Arial MT"/>
                <a:cs typeface="Arial MT"/>
              </a:rPr>
              <a:t>Farooq</a:t>
            </a:r>
            <a:r>
              <a:rPr dirty="0" sz="4000" spc="-65">
                <a:latin typeface="Arial MT"/>
                <a:cs typeface="Arial MT"/>
              </a:rPr>
              <a:t> </a:t>
            </a:r>
            <a:r>
              <a:rPr dirty="0" sz="4000" spc="-295">
                <a:latin typeface="Arial MT"/>
                <a:cs typeface="Arial MT"/>
              </a:rPr>
              <a:t>Siddique</a:t>
            </a:r>
            <a:endParaRPr sz="4000">
              <a:latin typeface="Arial MT"/>
              <a:cs typeface="Arial MT"/>
            </a:endParaRPr>
          </a:p>
          <a:p>
            <a:pPr algn="ctr">
              <a:lnSpc>
                <a:spcPts val="3935"/>
              </a:lnSpc>
            </a:pPr>
            <a:r>
              <a:rPr dirty="0" sz="3400" spc="-125">
                <a:latin typeface="Arial MT"/>
                <a:cs typeface="Arial MT"/>
              </a:rPr>
              <a:t>Assistant</a:t>
            </a:r>
            <a:r>
              <a:rPr dirty="0" sz="3400" spc="-60">
                <a:latin typeface="Arial MT"/>
                <a:cs typeface="Arial MT"/>
              </a:rPr>
              <a:t> </a:t>
            </a:r>
            <a:r>
              <a:rPr dirty="0" sz="3400" spc="-170">
                <a:latin typeface="Arial MT"/>
                <a:cs typeface="Arial MT"/>
              </a:rPr>
              <a:t>Professor</a:t>
            </a:r>
            <a:r>
              <a:rPr dirty="0" sz="3400" spc="-55">
                <a:latin typeface="Arial MT"/>
                <a:cs typeface="Arial MT"/>
              </a:rPr>
              <a:t> </a:t>
            </a:r>
            <a:r>
              <a:rPr dirty="0" sz="3400" spc="-245">
                <a:latin typeface="Arial MT"/>
                <a:cs typeface="Arial MT"/>
              </a:rPr>
              <a:t>UET</a:t>
            </a:r>
            <a:r>
              <a:rPr dirty="0" sz="3400" spc="-55">
                <a:latin typeface="Arial MT"/>
                <a:cs typeface="Arial MT"/>
              </a:rPr>
              <a:t> </a:t>
            </a:r>
            <a:r>
              <a:rPr dirty="0" sz="3400" spc="-30">
                <a:latin typeface="Arial MT"/>
                <a:cs typeface="Arial MT"/>
              </a:rPr>
              <a:t>Mardan</a:t>
            </a:r>
            <a:endParaRPr sz="3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0068" y="0"/>
            <a:ext cx="9217930" cy="10286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582073" y="1801470"/>
            <a:ext cx="9123680" cy="1397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0" spc="-500"/>
              <a:t>Learning</a:t>
            </a:r>
            <a:r>
              <a:rPr dirty="0" sz="9000" spc="-165"/>
              <a:t> </a:t>
            </a:r>
            <a:r>
              <a:rPr dirty="0" sz="9000" spc="-409"/>
              <a:t>Objectives</a:t>
            </a:r>
            <a:endParaRPr sz="9000"/>
          </a:p>
        </p:txBody>
      </p:sp>
      <p:sp>
        <p:nvSpPr>
          <p:cNvPr id="4" name="object 4"/>
          <p:cNvSpPr txBox="1"/>
          <p:nvPr/>
        </p:nvSpPr>
        <p:spPr>
          <a:xfrm>
            <a:off x="1458415" y="6026129"/>
            <a:ext cx="4170045" cy="196850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algn="ctr" marL="12065" marR="5080" indent="-635">
              <a:lnSpc>
                <a:spcPts val="4950"/>
              </a:lnSpc>
              <a:spcBef>
                <a:spcPts val="640"/>
              </a:spcBef>
            </a:pPr>
            <a:r>
              <a:rPr dirty="0" sz="4500" spc="-170">
                <a:latin typeface="Arial MT"/>
                <a:cs typeface="Arial MT"/>
              </a:rPr>
              <a:t>Understanding </a:t>
            </a:r>
            <a:r>
              <a:rPr dirty="0" sz="4500" spc="-240">
                <a:latin typeface="Arial MT"/>
                <a:cs typeface="Arial MT"/>
              </a:rPr>
              <a:t>basic</a:t>
            </a:r>
            <a:r>
              <a:rPr dirty="0" sz="4500" spc="-95">
                <a:latin typeface="Arial MT"/>
                <a:cs typeface="Arial MT"/>
              </a:rPr>
              <a:t> </a:t>
            </a:r>
            <a:r>
              <a:rPr dirty="0" sz="4500" spc="-140">
                <a:latin typeface="Arial MT"/>
                <a:cs typeface="Arial MT"/>
              </a:rPr>
              <a:t>concepts</a:t>
            </a:r>
            <a:r>
              <a:rPr dirty="0" sz="4500" spc="-95">
                <a:latin typeface="Arial MT"/>
                <a:cs typeface="Arial MT"/>
              </a:rPr>
              <a:t> </a:t>
            </a:r>
            <a:r>
              <a:rPr dirty="0" sz="4500" spc="100">
                <a:latin typeface="Arial MT"/>
                <a:cs typeface="Arial MT"/>
              </a:rPr>
              <a:t>of </a:t>
            </a:r>
            <a:r>
              <a:rPr dirty="0" sz="4500" spc="-290">
                <a:latin typeface="Arial MT"/>
                <a:cs typeface="Arial MT"/>
              </a:rPr>
              <a:t>Machine</a:t>
            </a:r>
            <a:r>
              <a:rPr dirty="0" sz="4500" spc="-75">
                <a:latin typeface="Arial MT"/>
                <a:cs typeface="Arial MT"/>
              </a:rPr>
              <a:t> </a:t>
            </a:r>
            <a:r>
              <a:rPr dirty="0" sz="4500" spc="-300">
                <a:latin typeface="Arial MT"/>
                <a:cs typeface="Arial MT"/>
              </a:rPr>
              <a:t>learning</a:t>
            </a:r>
            <a:endParaRPr sz="45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43417" y="6026129"/>
            <a:ext cx="3757929" cy="196850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algn="ctr" marL="12700" marR="5080">
              <a:lnSpc>
                <a:spcPts val="4950"/>
              </a:lnSpc>
              <a:spcBef>
                <a:spcPts val="640"/>
              </a:spcBef>
            </a:pPr>
            <a:r>
              <a:rPr dirty="0" sz="4500" spc="-285">
                <a:latin typeface="Arial MT"/>
                <a:cs typeface="Arial MT"/>
              </a:rPr>
              <a:t>Get</a:t>
            </a:r>
            <a:r>
              <a:rPr dirty="0" sz="4500" spc="-85">
                <a:latin typeface="Arial MT"/>
                <a:cs typeface="Arial MT"/>
              </a:rPr>
              <a:t> </a:t>
            </a:r>
            <a:r>
              <a:rPr dirty="0" sz="4500" spc="-200">
                <a:latin typeface="Arial MT"/>
                <a:cs typeface="Arial MT"/>
              </a:rPr>
              <a:t>familiar</a:t>
            </a:r>
            <a:r>
              <a:rPr dirty="0" sz="4500" spc="-90">
                <a:latin typeface="Arial MT"/>
                <a:cs typeface="Arial MT"/>
              </a:rPr>
              <a:t> </a:t>
            </a:r>
            <a:r>
              <a:rPr dirty="0" sz="4500" spc="-75">
                <a:latin typeface="Arial MT"/>
                <a:cs typeface="Arial MT"/>
              </a:rPr>
              <a:t>with </a:t>
            </a:r>
            <a:r>
              <a:rPr dirty="0" sz="4500" spc="-30">
                <a:latin typeface="Arial MT"/>
                <a:cs typeface="Arial MT"/>
              </a:rPr>
              <a:t>the</a:t>
            </a:r>
            <a:r>
              <a:rPr dirty="0" sz="4500" spc="-270">
                <a:latin typeface="Arial MT"/>
                <a:cs typeface="Arial MT"/>
              </a:rPr>
              <a:t> </a:t>
            </a:r>
            <a:r>
              <a:rPr dirty="0" sz="4500" spc="-135">
                <a:latin typeface="Arial MT"/>
                <a:cs typeface="Arial MT"/>
              </a:rPr>
              <a:t>tools</a:t>
            </a:r>
            <a:r>
              <a:rPr dirty="0" sz="4500" spc="-175">
                <a:latin typeface="Arial MT"/>
                <a:cs typeface="Arial MT"/>
              </a:rPr>
              <a:t> </a:t>
            </a:r>
            <a:r>
              <a:rPr dirty="0" sz="4500" spc="-320">
                <a:latin typeface="Arial MT"/>
                <a:cs typeface="Arial MT"/>
              </a:rPr>
              <a:t>and </a:t>
            </a:r>
            <a:r>
              <a:rPr dirty="0" sz="4500" spc="-95">
                <a:latin typeface="Arial MT"/>
                <a:cs typeface="Arial MT"/>
              </a:rPr>
              <a:t>frameworks</a:t>
            </a:r>
            <a:endParaRPr sz="4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871597" y="6026129"/>
            <a:ext cx="5408295" cy="196850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algn="ctr" marL="12065" marR="5080">
              <a:lnSpc>
                <a:spcPts val="4950"/>
              </a:lnSpc>
              <a:spcBef>
                <a:spcPts val="640"/>
              </a:spcBef>
            </a:pPr>
            <a:r>
              <a:rPr dirty="0" sz="4500" spc="-254">
                <a:latin typeface="Arial MT"/>
                <a:cs typeface="Arial MT"/>
              </a:rPr>
              <a:t>Understanding</a:t>
            </a:r>
            <a:r>
              <a:rPr dirty="0" sz="4500" spc="-20">
                <a:latin typeface="Arial MT"/>
                <a:cs typeface="Arial MT"/>
              </a:rPr>
              <a:t> </a:t>
            </a:r>
            <a:r>
              <a:rPr dirty="0" sz="4500" spc="-300">
                <a:latin typeface="Arial MT"/>
                <a:cs typeface="Arial MT"/>
              </a:rPr>
              <a:t>Machine </a:t>
            </a:r>
            <a:r>
              <a:rPr dirty="0" sz="4500" spc="-254">
                <a:latin typeface="Arial MT"/>
                <a:cs typeface="Arial MT"/>
              </a:rPr>
              <a:t>Learning</a:t>
            </a:r>
            <a:r>
              <a:rPr dirty="0" sz="4500" spc="-70">
                <a:latin typeface="Arial MT"/>
                <a:cs typeface="Arial MT"/>
              </a:rPr>
              <a:t> </a:t>
            </a:r>
            <a:r>
              <a:rPr dirty="0" sz="4500" spc="-285">
                <a:latin typeface="Arial MT"/>
                <a:cs typeface="Arial MT"/>
              </a:rPr>
              <a:t>Development </a:t>
            </a:r>
            <a:r>
              <a:rPr dirty="0" sz="4500" spc="-10">
                <a:latin typeface="Arial MT"/>
                <a:cs typeface="Arial MT"/>
              </a:rPr>
              <a:t>Lifecycle</a:t>
            </a:r>
            <a:endParaRPr sz="45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23776" y="4166846"/>
            <a:ext cx="1239520" cy="1239520"/>
          </a:xfrm>
          <a:custGeom>
            <a:avLst/>
            <a:gdLst/>
            <a:ahLst/>
            <a:cxnLst/>
            <a:rect l="l" t="t" r="r" b="b"/>
            <a:pathLst>
              <a:path w="1239520" h="1239520">
                <a:moveTo>
                  <a:pt x="619631" y="1239262"/>
                </a:moveTo>
                <a:lnTo>
                  <a:pt x="571207" y="1237398"/>
                </a:lnTo>
                <a:lnTo>
                  <a:pt x="523803" y="1231897"/>
                </a:lnTo>
                <a:lnTo>
                  <a:pt x="477555" y="1222898"/>
                </a:lnTo>
                <a:lnTo>
                  <a:pt x="432603" y="1210537"/>
                </a:lnTo>
                <a:lnTo>
                  <a:pt x="389082" y="1194952"/>
                </a:lnTo>
                <a:lnTo>
                  <a:pt x="347133" y="1176282"/>
                </a:lnTo>
                <a:lnTo>
                  <a:pt x="306891" y="1154665"/>
                </a:lnTo>
                <a:lnTo>
                  <a:pt x="268495" y="1130237"/>
                </a:lnTo>
                <a:lnTo>
                  <a:pt x="232083" y="1103136"/>
                </a:lnTo>
                <a:lnTo>
                  <a:pt x="197792" y="1073501"/>
                </a:lnTo>
                <a:lnTo>
                  <a:pt x="165760" y="1041470"/>
                </a:lnTo>
                <a:lnTo>
                  <a:pt x="136126" y="1007179"/>
                </a:lnTo>
                <a:lnTo>
                  <a:pt x="109025" y="970767"/>
                </a:lnTo>
                <a:lnTo>
                  <a:pt x="84597" y="932371"/>
                </a:lnTo>
                <a:lnTo>
                  <a:pt x="62980" y="892129"/>
                </a:lnTo>
                <a:lnTo>
                  <a:pt x="44310" y="850179"/>
                </a:lnTo>
                <a:lnTo>
                  <a:pt x="28725" y="806659"/>
                </a:lnTo>
                <a:lnTo>
                  <a:pt x="16364" y="761707"/>
                </a:lnTo>
                <a:lnTo>
                  <a:pt x="7365" y="715459"/>
                </a:lnTo>
                <a:lnTo>
                  <a:pt x="1864" y="668055"/>
                </a:lnTo>
                <a:lnTo>
                  <a:pt x="0" y="619631"/>
                </a:lnTo>
                <a:lnTo>
                  <a:pt x="1864" y="571207"/>
                </a:lnTo>
                <a:lnTo>
                  <a:pt x="7365" y="523803"/>
                </a:lnTo>
                <a:lnTo>
                  <a:pt x="16364" y="477555"/>
                </a:lnTo>
                <a:lnTo>
                  <a:pt x="28725" y="432603"/>
                </a:lnTo>
                <a:lnTo>
                  <a:pt x="44310" y="389082"/>
                </a:lnTo>
                <a:lnTo>
                  <a:pt x="62980" y="347133"/>
                </a:lnTo>
                <a:lnTo>
                  <a:pt x="84597" y="306891"/>
                </a:lnTo>
                <a:lnTo>
                  <a:pt x="109025" y="268495"/>
                </a:lnTo>
                <a:lnTo>
                  <a:pt x="136126" y="232083"/>
                </a:lnTo>
                <a:lnTo>
                  <a:pt x="165760" y="197792"/>
                </a:lnTo>
                <a:lnTo>
                  <a:pt x="197792" y="165761"/>
                </a:lnTo>
                <a:lnTo>
                  <a:pt x="232083" y="136126"/>
                </a:lnTo>
                <a:lnTo>
                  <a:pt x="268495" y="109025"/>
                </a:lnTo>
                <a:lnTo>
                  <a:pt x="306891" y="84597"/>
                </a:lnTo>
                <a:lnTo>
                  <a:pt x="347133" y="62980"/>
                </a:lnTo>
                <a:lnTo>
                  <a:pt x="389082" y="44310"/>
                </a:lnTo>
                <a:lnTo>
                  <a:pt x="432603" y="28725"/>
                </a:lnTo>
                <a:lnTo>
                  <a:pt x="477555" y="16364"/>
                </a:lnTo>
                <a:lnTo>
                  <a:pt x="523803" y="7365"/>
                </a:lnTo>
                <a:lnTo>
                  <a:pt x="571207" y="1864"/>
                </a:lnTo>
                <a:lnTo>
                  <a:pt x="619631" y="0"/>
                </a:lnTo>
                <a:lnTo>
                  <a:pt x="668055" y="1864"/>
                </a:lnTo>
                <a:lnTo>
                  <a:pt x="715459" y="7365"/>
                </a:lnTo>
                <a:lnTo>
                  <a:pt x="761707" y="16364"/>
                </a:lnTo>
                <a:lnTo>
                  <a:pt x="806659" y="28725"/>
                </a:lnTo>
                <a:lnTo>
                  <a:pt x="850179" y="44310"/>
                </a:lnTo>
                <a:lnTo>
                  <a:pt x="892129" y="62980"/>
                </a:lnTo>
                <a:lnTo>
                  <a:pt x="932371" y="84597"/>
                </a:lnTo>
                <a:lnTo>
                  <a:pt x="970767" y="109025"/>
                </a:lnTo>
                <a:lnTo>
                  <a:pt x="1007179" y="136126"/>
                </a:lnTo>
                <a:lnTo>
                  <a:pt x="1041470" y="165761"/>
                </a:lnTo>
                <a:lnTo>
                  <a:pt x="1073501" y="197792"/>
                </a:lnTo>
                <a:lnTo>
                  <a:pt x="1103136" y="232083"/>
                </a:lnTo>
                <a:lnTo>
                  <a:pt x="1130237" y="268495"/>
                </a:lnTo>
                <a:lnTo>
                  <a:pt x="1154665" y="306891"/>
                </a:lnTo>
                <a:lnTo>
                  <a:pt x="1176282" y="347133"/>
                </a:lnTo>
                <a:lnTo>
                  <a:pt x="1194952" y="389082"/>
                </a:lnTo>
                <a:lnTo>
                  <a:pt x="1210537" y="432603"/>
                </a:lnTo>
                <a:lnTo>
                  <a:pt x="1222897" y="477555"/>
                </a:lnTo>
                <a:lnTo>
                  <a:pt x="1231897" y="523803"/>
                </a:lnTo>
                <a:lnTo>
                  <a:pt x="1237398" y="571207"/>
                </a:lnTo>
                <a:lnTo>
                  <a:pt x="1239262" y="619631"/>
                </a:lnTo>
                <a:lnTo>
                  <a:pt x="1237398" y="668055"/>
                </a:lnTo>
                <a:lnTo>
                  <a:pt x="1231897" y="715459"/>
                </a:lnTo>
                <a:lnTo>
                  <a:pt x="1222897" y="761707"/>
                </a:lnTo>
                <a:lnTo>
                  <a:pt x="1210537" y="806659"/>
                </a:lnTo>
                <a:lnTo>
                  <a:pt x="1194952" y="850179"/>
                </a:lnTo>
                <a:lnTo>
                  <a:pt x="1176282" y="892129"/>
                </a:lnTo>
                <a:lnTo>
                  <a:pt x="1154665" y="932371"/>
                </a:lnTo>
                <a:lnTo>
                  <a:pt x="1130237" y="970767"/>
                </a:lnTo>
                <a:lnTo>
                  <a:pt x="1103136" y="1007179"/>
                </a:lnTo>
                <a:lnTo>
                  <a:pt x="1073501" y="1041470"/>
                </a:lnTo>
                <a:lnTo>
                  <a:pt x="1041470" y="1073501"/>
                </a:lnTo>
                <a:lnTo>
                  <a:pt x="1007179" y="1103136"/>
                </a:lnTo>
                <a:lnTo>
                  <a:pt x="970767" y="1130237"/>
                </a:lnTo>
                <a:lnTo>
                  <a:pt x="932371" y="1154665"/>
                </a:lnTo>
                <a:lnTo>
                  <a:pt x="892129" y="1176282"/>
                </a:lnTo>
                <a:lnTo>
                  <a:pt x="850179" y="1194952"/>
                </a:lnTo>
                <a:lnTo>
                  <a:pt x="806659" y="1210537"/>
                </a:lnTo>
                <a:lnTo>
                  <a:pt x="761707" y="1222898"/>
                </a:lnTo>
                <a:lnTo>
                  <a:pt x="715459" y="1231897"/>
                </a:lnTo>
                <a:lnTo>
                  <a:pt x="668055" y="1237398"/>
                </a:lnTo>
                <a:lnTo>
                  <a:pt x="619631" y="1239262"/>
                </a:lnTo>
                <a:close/>
              </a:path>
            </a:pathLst>
          </a:custGeom>
          <a:solidFill>
            <a:srgbClr val="003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405781" y="4154053"/>
            <a:ext cx="274955" cy="1000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400" spc="-1655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64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102800" y="4166846"/>
            <a:ext cx="1239520" cy="1239520"/>
          </a:xfrm>
          <a:custGeom>
            <a:avLst/>
            <a:gdLst/>
            <a:ahLst/>
            <a:cxnLst/>
            <a:rect l="l" t="t" r="r" b="b"/>
            <a:pathLst>
              <a:path w="1239520" h="1239520">
                <a:moveTo>
                  <a:pt x="619631" y="1239262"/>
                </a:moveTo>
                <a:lnTo>
                  <a:pt x="571207" y="1237398"/>
                </a:lnTo>
                <a:lnTo>
                  <a:pt x="523803" y="1231897"/>
                </a:lnTo>
                <a:lnTo>
                  <a:pt x="477555" y="1222898"/>
                </a:lnTo>
                <a:lnTo>
                  <a:pt x="432603" y="1210537"/>
                </a:lnTo>
                <a:lnTo>
                  <a:pt x="389083" y="1194952"/>
                </a:lnTo>
                <a:lnTo>
                  <a:pt x="347133" y="1176282"/>
                </a:lnTo>
                <a:lnTo>
                  <a:pt x="306891" y="1154665"/>
                </a:lnTo>
                <a:lnTo>
                  <a:pt x="268495" y="1130237"/>
                </a:lnTo>
                <a:lnTo>
                  <a:pt x="232083" y="1103136"/>
                </a:lnTo>
                <a:lnTo>
                  <a:pt x="197792" y="1073501"/>
                </a:lnTo>
                <a:lnTo>
                  <a:pt x="165761" y="1041470"/>
                </a:lnTo>
                <a:lnTo>
                  <a:pt x="136126" y="1007179"/>
                </a:lnTo>
                <a:lnTo>
                  <a:pt x="109025" y="970767"/>
                </a:lnTo>
                <a:lnTo>
                  <a:pt x="84597" y="932371"/>
                </a:lnTo>
                <a:lnTo>
                  <a:pt x="62980" y="892129"/>
                </a:lnTo>
                <a:lnTo>
                  <a:pt x="44310" y="850179"/>
                </a:lnTo>
                <a:lnTo>
                  <a:pt x="28725" y="806659"/>
                </a:lnTo>
                <a:lnTo>
                  <a:pt x="16364" y="761707"/>
                </a:lnTo>
                <a:lnTo>
                  <a:pt x="7365" y="715459"/>
                </a:lnTo>
                <a:lnTo>
                  <a:pt x="1864" y="668055"/>
                </a:lnTo>
                <a:lnTo>
                  <a:pt x="0" y="619631"/>
                </a:lnTo>
                <a:lnTo>
                  <a:pt x="1864" y="571207"/>
                </a:lnTo>
                <a:lnTo>
                  <a:pt x="7365" y="523803"/>
                </a:lnTo>
                <a:lnTo>
                  <a:pt x="16364" y="477555"/>
                </a:lnTo>
                <a:lnTo>
                  <a:pt x="28725" y="432603"/>
                </a:lnTo>
                <a:lnTo>
                  <a:pt x="44310" y="389082"/>
                </a:lnTo>
                <a:lnTo>
                  <a:pt x="62980" y="347133"/>
                </a:lnTo>
                <a:lnTo>
                  <a:pt x="84597" y="306891"/>
                </a:lnTo>
                <a:lnTo>
                  <a:pt x="109025" y="268495"/>
                </a:lnTo>
                <a:lnTo>
                  <a:pt x="136126" y="232083"/>
                </a:lnTo>
                <a:lnTo>
                  <a:pt x="165761" y="197792"/>
                </a:lnTo>
                <a:lnTo>
                  <a:pt x="197792" y="165761"/>
                </a:lnTo>
                <a:lnTo>
                  <a:pt x="232083" y="136126"/>
                </a:lnTo>
                <a:lnTo>
                  <a:pt x="268495" y="109025"/>
                </a:lnTo>
                <a:lnTo>
                  <a:pt x="306891" y="84597"/>
                </a:lnTo>
                <a:lnTo>
                  <a:pt x="347133" y="62980"/>
                </a:lnTo>
                <a:lnTo>
                  <a:pt x="389083" y="44310"/>
                </a:lnTo>
                <a:lnTo>
                  <a:pt x="432603" y="28725"/>
                </a:lnTo>
                <a:lnTo>
                  <a:pt x="477555" y="16364"/>
                </a:lnTo>
                <a:lnTo>
                  <a:pt x="523803" y="7365"/>
                </a:lnTo>
                <a:lnTo>
                  <a:pt x="571207" y="1864"/>
                </a:lnTo>
                <a:lnTo>
                  <a:pt x="619631" y="0"/>
                </a:lnTo>
                <a:lnTo>
                  <a:pt x="668055" y="1864"/>
                </a:lnTo>
                <a:lnTo>
                  <a:pt x="715459" y="7365"/>
                </a:lnTo>
                <a:lnTo>
                  <a:pt x="761707" y="16364"/>
                </a:lnTo>
                <a:lnTo>
                  <a:pt x="806659" y="28725"/>
                </a:lnTo>
                <a:lnTo>
                  <a:pt x="850179" y="44310"/>
                </a:lnTo>
                <a:lnTo>
                  <a:pt x="892129" y="62980"/>
                </a:lnTo>
                <a:lnTo>
                  <a:pt x="932370" y="84597"/>
                </a:lnTo>
                <a:lnTo>
                  <a:pt x="970766" y="109025"/>
                </a:lnTo>
                <a:lnTo>
                  <a:pt x="1007178" y="136126"/>
                </a:lnTo>
                <a:lnTo>
                  <a:pt x="1041469" y="165761"/>
                </a:lnTo>
                <a:lnTo>
                  <a:pt x="1073501" y="197792"/>
                </a:lnTo>
                <a:lnTo>
                  <a:pt x="1103136" y="232083"/>
                </a:lnTo>
                <a:lnTo>
                  <a:pt x="1130236" y="268495"/>
                </a:lnTo>
                <a:lnTo>
                  <a:pt x="1154664" y="306891"/>
                </a:lnTo>
                <a:lnTo>
                  <a:pt x="1176282" y="347133"/>
                </a:lnTo>
                <a:lnTo>
                  <a:pt x="1194952" y="389082"/>
                </a:lnTo>
                <a:lnTo>
                  <a:pt x="1210536" y="432603"/>
                </a:lnTo>
                <a:lnTo>
                  <a:pt x="1222897" y="477555"/>
                </a:lnTo>
                <a:lnTo>
                  <a:pt x="1231897" y="523803"/>
                </a:lnTo>
                <a:lnTo>
                  <a:pt x="1237398" y="571207"/>
                </a:lnTo>
                <a:lnTo>
                  <a:pt x="1239262" y="619631"/>
                </a:lnTo>
                <a:lnTo>
                  <a:pt x="1237398" y="668055"/>
                </a:lnTo>
                <a:lnTo>
                  <a:pt x="1231897" y="715459"/>
                </a:lnTo>
                <a:lnTo>
                  <a:pt x="1222897" y="761707"/>
                </a:lnTo>
                <a:lnTo>
                  <a:pt x="1210536" y="806659"/>
                </a:lnTo>
                <a:lnTo>
                  <a:pt x="1194952" y="850179"/>
                </a:lnTo>
                <a:lnTo>
                  <a:pt x="1176282" y="892129"/>
                </a:lnTo>
                <a:lnTo>
                  <a:pt x="1154664" y="932371"/>
                </a:lnTo>
                <a:lnTo>
                  <a:pt x="1130236" y="970767"/>
                </a:lnTo>
                <a:lnTo>
                  <a:pt x="1103136" y="1007179"/>
                </a:lnTo>
                <a:lnTo>
                  <a:pt x="1073501" y="1041470"/>
                </a:lnTo>
                <a:lnTo>
                  <a:pt x="1041469" y="1073501"/>
                </a:lnTo>
                <a:lnTo>
                  <a:pt x="1007178" y="1103136"/>
                </a:lnTo>
                <a:lnTo>
                  <a:pt x="970766" y="1130237"/>
                </a:lnTo>
                <a:lnTo>
                  <a:pt x="932370" y="1154665"/>
                </a:lnTo>
                <a:lnTo>
                  <a:pt x="892129" y="1176282"/>
                </a:lnTo>
                <a:lnTo>
                  <a:pt x="850179" y="1194952"/>
                </a:lnTo>
                <a:lnTo>
                  <a:pt x="806659" y="1210537"/>
                </a:lnTo>
                <a:lnTo>
                  <a:pt x="761707" y="1222898"/>
                </a:lnTo>
                <a:lnTo>
                  <a:pt x="715459" y="1231897"/>
                </a:lnTo>
                <a:lnTo>
                  <a:pt x="668055" y="1237398"/>
                </a:lnTo>
                <a:lnTo>
                  <a:pt x="619631" y="1239262"/>
                </a:lnTo>
                <a:close/>
              </a:path>
            </a:pathLst>
          </a:custGeom>
          <a:solidFill>
            <a:srgbClr val="003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512028" y="4194371"/>
            <a:ext cx="421005" cy="1000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400" spc="-515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64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815731" y="4166846"/>
            <a:ext cx="1239520" cy="1239520"/>
          </a:xfrm>
          <a:custGeom>
            <a:avLst/>
            <a:gdLst/>
            <a:ahLst/>
            <a:cxnLst/>
            <a:rect l="l" t="t" r="r" b="b"/>
            <a:pathLst>
              <a:path w="1239519" h="1239520">
                <a:moveTo>
                  <a:pt x="619630" y="1239262"/>
                </a:moveTo>
                <a:lnTo>
                  <a:pt x="571207" y="1237398"/>
                </a:lnTo>
                <a:lnTo>
                  <a:pt x="523802" y="1231897"/>
                </a:lnTo>
                <a:lnTo>
                  <a:pt x="477555" y="1222898"/>
                </a:lnTo>
                <a:lnTo>
                  <a:pt x="432602" y="1210537"/>
                </a:lnTo>
                <a:lnTo>
                  <a:pt x="389082" y="1194952"/>
                </a:lnTo>
                <a:lnTo>
                  <a:pt x="347133" y="1176282"/>
                </a:lnTo>
                <a:lnTo>
                  <a:pt x="306891" y="1154665"/>
                </a:lnTo>
                <a:lnTo>
                  <a:pt x="268495" y="1130237"/>
                </a:lnTo>
                <a:lnTo>
                  <a:pt x="232083" y="1103136"/>
                </a:lnTo>
                <a:lnTo>
                  <a:pt x="197792" y="1073501"/>
                </a:lnTo>
                <a:lnTo>
                  <a:pt x="165760" y="1041470"/>
                </a:lnTo>
                <a:lnTo>
                  <a:pt x="136126" y="1007179"/>
                </a:lnTo>
                <a:lnTo>
                  <a:pt x="109025" y="970767"/>
                </a:lnTo>
                <a:lnTo>
                  <a:pt x="84597" y="932371"/>
                </a:lnTo>
                <a:lnTo>
                  <a:pt x="62980" y="892129"/>
                </a:lnTo>
                <a:lnTo>
                  <a:pt x="44310" y="850179"/>
                </a:lnTo>
                <a:lnTo>
                  <a:pt x="28725" y="806659"/>
                </a:lnTo>
                <a:lnTo>
                  <a:pt x="16364" y="761707"/>
                </a:lnTo>
                <a:lnTo>
                  <a:pt x="7365" y="715459"/>
                </a:lnTo>
                <a:lnTo>
                  <a:pt x="1864" y="668055"/>
                </a:lnTo>
                <a:lnTo>
                  <a:pt x="0" y="619631"/>
                </a:lnTo>
                <a:lnTo>
                  <a:pt x="1864" y="571207"/>
                </a:lnTo>
                <a:lnTo>
                  <a:pt x="7365" y="523803"/>
                </a:lnTo>
                <a:lnTo>
                  <a:pt x="16364" y="477555"/>
                </a:lnTo>
                <a:lnTo>
                  <a:pt x="28725" y="432603"/>
                </a:lnTo>
                <a:lnTo>
                  <a:pt x="44310" y="389082"/>
                </a:lnTo>
                <a:lnTo>
                  <a:pt x="62980" y="347133"/>
                </a:lnTo>
                <a:lnTo>
                  <a:pt x="84597" y="306891"/>
                </a:lnTo>
                <a:lnTo>
                  <a:pt x="109025" y="268495"/>
                </a:lnTo>
                <a:lnTo>
                  <a:pt x="136126" y="232083"/>
                </a:lnTo>
                <a:lnTo>
                  <a:pt x="165760" y="197792"/>
                </a:lnTo>
                <a:lnTo>
                  <a:pt x="197792" y="165761"/>
                </a:lnTo>
                <a:lnTo>
                  <a:pt x="232083" y="136126"/>
                </a:lnTo>
                <a:lnTo>
                  <a:pt x="268495" y="109025"/>
                </a:lnTo>
                <a:lnTo>
                  <a:pt x="306891" y="84597"/>
                </a:lnTo>
                <a:lnTo>
                  <a:pt x="347133" y="62980"/>
                </a:lnTo>
                <a:lnTo>
                  <a:pt x="389082" y="44310"/>
                </a:lnTo>
                <a:lnTo>
                  <a:pt x="432602" y="28725"/>
                </a:lnTo>
                <a:lnTo>
                  <a:pt x="477555" y="16364"/>
                </a:lnTo>
                <a:lnTo>
                  <a:pt x="523802" y="7365"/>
                </a:lnTo>
                <a:lnTo>
                  <a:pt x="571207" y="1864"/>
                </a:lnTo>
                <a:lnTo>
                  <a:pt x="619630" y="0"/>
                </a:lnTo>
                <a:lnTo>
                  <a:pt x="668054" y="1864"/>
                </a:lnTo>
                <a:lnTo>
                  <a:pt x="715459" y="7365"/>
                </a:lnTo>
                <a:lnTo>
                  <a:pt x="761707" y="16364"/>
                </a:lnTo>
                <a:lnTo>
                  <a:pt x="806659" y="28725"/>
                </a:lnTo>
                <a:lnTo>
                  <a:pt x="850179" y="44310"/>
                </a:lnTo>
                <a:lnTo>
                  <a:pt x="892129" y="62980"/>
                </a:lnTo>
                <a:lnTo>
                  <a:pt x="932371" y="84597"/>
                </a:lnTo>
                <a:lnTo>
                  <a:pt x="970767" y="109025"/>
                </a:lnTo>
                <a:lnTo>
                  <a:pt x="1007179" y="136126"/>
                </a:lnTo>
                <a:lnTo>
                  <a:pt x="1041470" y="165761"/>
                </a:lnTo>
                <a:lnTo>
                  <a:pt x="1073502" y="197792"/>
                </a:lnTo>
                <a:lnTo>
                  <a:pt x="1103137" y="232083"/>
                </a:lnTo>
                <a:lnTo>
                  <a:pt x="1130237" y="268495"/>
                </a:lnTo>
                <a:lnTo>
                  <a:pt x="1154665" y="306891"/>
                </a:lnTo>
                <a:lnTo>
                  <a:pt x="1176283" y="347133"/>
                </a:lnTo>
                <a:lnTo>
                  <a:pt x="1194953" y="389082"/>
                </a:lnTo>
                <a:lnTo>
                  <a:pt x="1210537" y="432603"/>
                </a:lnTo>
                <a:lnTo>
                  <a:pt x="1222898" y="477555"/>
                </a:lnTo>
                <a:lnTo>
                  <a:pt x="1231898" y="523803"/>
                </a:lnTo>
                <a:lnTo>
                  <a:pt x="1237399" y="571207"/>
                </a:lnTo>
                <a:lnTo>
                  <a:pt x="1239263" y="619631"/>
                </a:lnTo>
                <a:lnTo>
                  <a:pt x="1237399" y="668055"/>
                </a:lnTo>
                <a:lnTo>
                  <a:pt x="1231898" y="715459"/>
                </a:lnTo>
                <a:lnTo>
                  <a:pt x="1222898" y="761707"/>
                </a:lnTo>
                <a:lnTo>
                  <a:pt x="1210537" y="806659"/>
                </a:lnTo>
                <a:lnTo>
                  <a:pt x="1194953" y="850179"/>
                </a:lnTo>
                <a:lnTo>
                  <a:pt x="1176283" y="892129"/>
                </a:lnTo>
                <a:lnTo>
                  <a:pt x="1154665" y="932371"/>
                </a:lnTo>
                <a:lnTo>
                  <a:pt x="1130237" y="970767"/>
                </a:lnTo>
                <a:lnTo>
                  <a:pt x="1103137" y="1007179"/>
                </a:lnTo>
                <a:lnTo>
                  <a:pt x="1073502" y="1041470"/>
                </a:lnTo>
                <a:lnTo>
                  <a:pt x="1041470" y="1073501"/>
                </a:lnTo>
                <a:lnTo>
                  <a:pt x="1007179" y="1103136"/>
                </a:lnTo>
                <a:lnTo>
                  <a:pt x="970767" y="1130237"/>
                </a:lnTo>
                <a:lnTo>
                  <a:pt x="932371" y="1154665"/>
                </a:lnTo>
                <a:lnTo>
                  <a:pt x="892129" y="1176282"/>
                </a:lnTo>
                <a:lnTo>
                  <a:pt x="850179" y="1194952"/>
                </a:lnTo>
                <a:lnTo>
                  <a:pt x="806659" y="1210537"/>
                </a:lnTo>
                <a:lnTo>
                  <a:pt x="761707" y="1222898"/>
                </a:lnTo>
                <a:lnTo>
                  <a:pt x="715459" y="1231897"/>
                </a:lnTo>
                <a:lnTo>
                  <a:pt x="668054" y="1237398"/>
                </a:lnTo>
                <a:lnTo>
                  <a:pt x="619630" y="1239262"/>
                </a:lnTo>
                <a:close/>
              </a:path>
            </a:pathLst>
          </a:custGeom>
          <a:solidFill>
            <a:srgbClr val="003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4209630" y="4194371"/>
            <a:ext cx="451484" cy="1000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400" spc="-165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64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14" name="object 14"/>
            <p:cNvSpPr/>
            <p:nvPr/>
          </p:nvSpPr>
          <p:spPr>
            <a:xfrm>
              <a:off x="0" y="8277841"/>
              <a:ext cx="18288000" cy="2009775"/>
            </a:xfrm>
            <a:custGeom>
              <a:avLst/>
              <a:gdLst/>
              <a:ahLst/>
              <a:cxnLst/>
              <a:rect l="l" t="t" r="r" b="b"/>
              <a:pathLst>
                <a:path w="18288000" h="2009775">
                  <a:moveTo>
                    <a:pt x="18287999" y="2009157"/>
                  </a:moveTo>
                  <a:lnTo>
                    <a:pt x="0" y="2009157"/>
                  </a:lnTo>
                  <a:lnTo>
                    <a:pt x="0" y="0"/>
                  </a:lnTo>
                  <a:lnTo>
                    <a:pt x="18183642" y="0"/>
                  </a:lnTo>
                  <a:lnTo>
                    <a:pt x="18231655" y="2377"/>
                  </a:lnTo>
                  <a:lnTo>
                    <a:pt x="18278855" y="9420"/>
                  </a:lnTo>
                  <a:lnTo>
                    <a:pt x="18287999" y="11718"/>
                  </a:lnTo>
                  <a:lnTo>
                    <a:pt x="18287999" y="2009157"/>
                  </a:lnTo>
                  <a:close/>
                </a:path>
              </a:pathLst>
            </a:custGeom>
            <a:solidFill>
              <a:srgbClr val="0031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0" y="0"/>
              <a:ext cx="2655570" cy="2781300"/>
            </a:xfrm>
            <a:custGeom>
              <a:avLst/>
              <a:gdLst/>
              <a:ahLst/>
              <a:cxnLst/>
              <a:rect l="l" t="t" r="r" b="b"/>
              <a:pathLst>
                <a:path w="2655570" h="2781300">
                  <a:moveTo>
                    <a:pt x="1627218" y="289812"/>
                  </a:moveTo>
                  <a:lnTo>
                    <a:pt x="733705" y="289812"/>
                  </a:lnTo>
                  <a:lnTo>
                    <a:pt x="756685" y="284041"/>
                  </a:lnTo>
                  <a:lnTo>
                    <a:pt x="757670" y="283658"/>
                  </a:lnTo>
                  <a:lnTo>
                    <a:pt x="777978" y="271470"/>
                  </a:lnTo>
                  <a:lnTo>
                    <a:pt x="793558" y="254304"/>
                  </a:lnTo>
                  <a:lnTo>
                    <a:pt x="803542" y="233402"/>
                  </a:lnTo>
                  <a:lnTo>
                    <a:pt x="807063" y="210009"/>
                  </a:lnTo>
                  <a:lnTo>
                    <a:pt x="807063" y="0"/>
                  </a:lnTo>
                  <a:lnTo>
                    <a:pt x="1553859" y="0"/>
                  </a:lnTo>
                  <a:lnTo>
                    <a:pt x="1553859" y="210009"/>
                  </a:lnTo>
                  <a:lnTo>
                    <a:pt x="1557379" y="233402"/>
                  </a:lnTo>
                  <a:lnTo>
                    <a:pt x="1567360" y="254304"/>
                  </a:lnTo>
                  <a:lnTo>
                    <a:pt x="1582940" y="271470"/>
                  </a:lnTo>
                  <a:lnTo>
                    <a:pt x="1603253" y="283658"/>
                  </a:lnTo>
                  <a:lnTo>
                    <a:pt x="1604237" y="284041"/>
                  </a:lnTo>
                  <a:lnTo>
                    <a:pt x="1627218" y="289812"/>
                  </a:lnTo>
                  <a:close/>
                </a:path>
                <a:path w="2655570" h="2781300">
                  <a:moveTo>
                    <a:pt x="401578" y="2579792"/>
                  </a:moveTo>
                  <a:lnTo>
                    <a:pt x="371628" y="2573968"/>
                  </a:lnTo>
                  <a:lnTo>
                    <a:pt x="345299" y="2556498"/>
                  </a:lnTo>
                  <a:lnTo>
                    <a:pt x="0" y="2211188"/>
                  </a:lnTo>
                  <a:lnTo>
                    <a:pt x="0" y="1958242"/>
                  </a:lnTo>
                  <a:lnTo>
                    <a:pt x="141562" y="1816670"/>
                  </a:lnTo>
                  <a:lnTo>
                    <a:pt x="155624" y="1797624"/>
                  </a:lnTo>
                  <a:lnTo>
                    <a:pt x="163342" y="1775761"/>
                  </a:lnTo>
                  <a:lnTo>
                    <a:pt x="164450" y="1752583"/>
                  </a:lnTo>
                  <a:lnTo>
                    <a:pt x="158683" y="1729596"/>
                  </a:lnTo>
                  <a:lnTo>
                    <a:pt x="128931" y="1692718"/>
                  </a:lnTo>
                  <a:lnTo>
                    <a:pt x="84638" y="1679218"/>
                  </a:lnTo>
                  <a:lnTo>
                    <a:pt x="0" y="1679218"/>
                  </a:lnTo>
                  <a:lnTo>
                    <a:pt x="0" y="932421"/>
                  </a:lnTo>
                  <a:lnTo>
                    <a:pt x="84638" y="932421"/>
                  </a:lnTo>
                  <a:lnTo>
                    <a:pt x="108027" y="928900"/>
                  </a:lnTo>
                  <a:lnTo>
                    <a:pt x="146097" y="903336"/>
                  </a:lnTo>
                  <a:lnTo>
                    <a:pt x="164450" y="859061"/>
                  </a:lnTo>
                  <a:lnTo>
                    <a:pt x="163402" y="837146"/>
                  </a:lnTo>
                  <a:lnTo>
                    <a:pt x="163342" y="835893"/>
                  </a:lnTo>
                  <a:lnTo>
                    <a:pt x="155624" y="814031"/>
                  </a:lnTo>
                  <a:lnTo>
                    <a:pt x="141562" y="794969"/>
                  </a:lnTo>
                  <a:lnTo>
                    <a:pt x="0" y="653423"/>
                  </a:lnTo>
                  <a:lnTo>
                    <a:pt x="0" y="400458"/>
                  </a:lnTo>
                  <a:lnTo>
                    <a:pt x="345299" y="55179"/>
                  </a:lnTo>
                  <a:lnTo>
                    <a:pt x="371628" y="37688"/>
                  </a:lnTo>
                  <a:lnTo>
                    <a:pt x="401578" y="31857"/>
                  </a:lnTo>
                  <a:lnTo>
                    <a:pt x="431527" y="37688"/>
                  </a:lnTo>
                  <a:lnTo>
                    <a:pt x="457857" y="55179"/>
                  </a:lnTo>
                  <a:lnTo>
                    <a:pt x="669623" y="266920"/>
                  </a:lnTo>
                  <a:lnTo>
                    <a:pt x="688669" y="280979"/>
                  </a:lnTo>
                  <a:lnTo>
                    <a:pt x="710531" y="288700"/>
                  </a:lnTo>
                  <a:lnTo>
                    <a:pt x="733705" y="289812"/>
                  </a:lnTo>
                  <a:lnTo>
                    <a:pt x="2250270" y="289812"/>
                  </a:lnTo>
                  <a:lnTo>
                    <a:pt x="2431127" y="470657"/>
                  </a:lnTo>
                  <a:lnTo>
                    <a:pt x="2448604" y="496992"/>
                  </a:lnTo>
                  <a:lnTo>
                    <a:pt x="2449053" y="499298"/>
                  </a:lnTo>
                  <a:lnTo>
                    <a:pt x="1180461" y="499298"/>
                  </a:lnTo>
                  <a:lnTo>
                    <a:pt x="1133097" y="500671"/>
                  </a:lnTo>
                  <a:lnTo>
                    <a:pt x="1086448" y="504736"/>
                  </a:lnTo>
                  <a:lnTo>
                    <a:pt x="1040590" y="511419"/>
                  </a:lnTo>
                  <a:lnTo>
                    <a:pt x="995600" y="520643"/>
                  </a:lnTo>
                  <a:lnTo>
                    <a:pt x="951554" y="532332"/>
                  </a:lnTo>
                  <a:lnTo>
                    <a:pt x="908527" y="546409"/>
                  </a:lnTo>
                  <a:lnTo>
                    <a:pt x="866596" y="562800"/>
                  </a:lnTo>
                  <a:lnTo>
                    <a:pt x="825836" y="581426"/>
                  </a:lnTo>
                  <a:lnTo>
                    <a:pt x="786325" y="602214"/>
                  </a:lnTo>
                  <a:lnTo>
                    <a:pt x="748138" y="625085"/>
                  </a:lnTo>
                  <a:lnTo>
                    <a:pt x="711351" y="649965"/>
                  </a:lnTo>
                  <a:lnTo>
                    <a:pt x="676040" y="676776"/>
                  </a:lnTo>
                  <a:lnTo>
                    <a:pt x="642281" y="705443"/>
                  </a:lnTo>
                  <a:lnTo>
                    <a:pt x="610151" y="735890"/>
                  </a:lnTo>
                  <a:lnTo>
                    <a:pt x="579725" y="768040"/>
                  </a:lnTo>
                  <a:lnTo>
                    <a:pt x="551080" y="801817"/>
                  </a:lnTo>
                  <a:lnTo>
                    <a:pt x="524292" y="837146"/>
                  </a:lnTo>
                  <a:lnTo>
                    <a:pt x="499437" y="873949"/>
                  </a:lnTo>
                  <a:lnTo>
                    <a:pt x="476590" y="912152"/>
                  </a:lnTo>
                  <a:lnTo>
                    <a:pt x="455828" y="951677"/>
                  </a:lnTo>
                  <a:lnTo>
                    <a:pt x="437228" y="992449"/>
                  </a:lnTo>
                  <a:lnTo>
                    <a:pt x="420865" y="1034391"/>
                  </a:lnTo>
                  <a:lnTo>
                    <a:pt x="406815" y="1077427"/>
                  </a:lnTo>
                  <a:lnTo>
                    <a:pt x="395154" y="1121481"/>
                  </a:lnTo>
                  <a:lnTo>
                    <a:pt x="385959" y="1166478"/>
                  </a:lnTo>
                  <a:lnTo>
                    <a:pt x="379665" y="1209860"/>
                  </a:lnTo>
                  <a:lnTo>
                    <a:pt x="379547" y="1210677"/>
                  </a:lnTo>
                  <a:lnTo>
                    <a:pt x="379469" y="1211212"/>
                  </a:lnTo>
                  <a:lnTo>
                    <a:pt x="379374" y="1211869"/>
                  </a:lnTo>
                  <a:lnTo>
                    <a:pt x="379268" y="1212774"/>
                  </a:lnTo>
                  <a:lnTo>
                    <a:pt x="375270" y="1258991"/>
                  </a:lnTo>
                  <a:lnTo>
                    <a:pt x="373927" y="1306357"/>
                  </a:lnTo>
                  <a:lnTo>
                    <a:pt x="375327" y="1353722"/>
                  </a:lnTo>
                  <a:lnTo>
                    <a:pt x="379410" y="1400365"/>
                  </a:lnTo>
                  <a:lnTo>
                    <a:pt x="386104" y="1446211"/>
                  </a:lnTo>
                  <a:lnTo>
                    <a:pt x="395331" y="1491184"/>
                  </a:lnTo>
                  <a:lnTo>
                    <a:pt x="407016" y="1535210"/>
                  </a:lnTo>
                  <a:lnTo>
                    <a:pt x="421083" y="1578211"/>
                  </a:lnTo>
                  <a:lnTo>
                    <a:pt x="437458" y="1620113"/>
                  </a:lnTo>
                  <a:lnTo>
                    <a:pt x="456064" y="1660840"/>
                  </a:lnTo>
                  <a:lnTo>
                    <a:pt x="476827" y="1700317"/>
                  </a:lnTo>
                  <a:lnTo>
                    <a:pt x="499669" y="1738468"/>
                  </a:lnTo>
                  <a:lnTo>
                    <a:pt x="524517" y="1775217"/>
                  </a:lnTo>
                  <a:lnTo>
                    <a:pt x="551294" y="1810489"/>
                  </a:lnTo>
                  <a:lnTo>
                    <a:pt x="579924" y="1844209"/>
                  </a:lnTo>
                  <a:lnTo>
                    <a:pt x="610333" y="1876301"/>
                  </a:lnTo>
                  <a:lnTo>
                    <a:pt x="642445" y="1906689"/>
                  </a:lnTo>
                  <a:lnTo>
                    <a:pt x="676183" y="1935298"/>
                  </a:lnTo>
                  <a:lnTo>
                    <a:pt x="711474" y="1962052"/>
                  </a:lnTo>
                  <a:lnTo>
                    <a:pt x="748240" y="1986877"/>
                  </a:lnTo>
                  <a:lnTo>
                    <a:pt x="786406" y="2009695"/>
                  </a:lnTo>
                  <a:lnTo>
                    <a:pt x="825898" y="2030432"/>
                  </a:lnTo>
                  <a:lnTo>
                    <a:pt x="866639" y="2049013"/>
                  </a:lnTo>
                  <a:lnTo>
                    <a:pt x="908554" y="2065361"/>
                  </a:lnTo>
                  <a:lnTo>
                    <a:pt x="951567" y="2079401"/>
                  </a:lnTo>
                  <a:lnTo>
                    <a:pt x="995602" y="2091058"/>
                  </a:lnTo>
                  <a:lnTo>
                    <a:pt x="1040585" y="2100256"/>
                  </a:lnTo>
                  <a:lnTo>
                    <a:pt x="1086440" y="2106919"/>
                  </a:lnTo>
                  <a:lnTo>
                    <a:pt x="1133090" y="2110973"/>
                  </a:lnTo>
                  <a:lnTo>
                    <a:pt x="1176919" y="2112238"/>
                  </a:lnTo>
                  <a:lnTo>
                    <a:pt x="1208732" y="2112238"/>
                  </a:lnTo>
                  <a:lnTo>
                    <a:pt x="1212798" y="2116304"/>
                  </a:lnTo>
                  <a:lnTo>
                    <a:pt x="1212791" y="2321838"/>
                  </a:lnTo>
                  <a:lnTo>
                    <a:pt x="733705" y="2321838"/>
                  </a:lnTo>
                  <a:lnTo>
                    <a:pt x="710531" y="2322947"/>
                  </a:lnTo>
                  <a:lnTo>
                    <a:pt x="688669" y="2330658"/>
                  </a:lnTo>
                  <a:lnTo>
                    <a:pt x="669623" y="2344706"/>
                  </a:lnTo>
                  <a:lnTo>
                    <a:pt x="457857" y="2556498"/>
                  </a:lnTo>
                  <a:lnTo>
                    <a:pt x="431527" y="2573968"/>
                  </a:lnTo>
                  <a:lnTo>
                    <a:pt x="401578" y="2579792"/>
                  </a:lnTo>
                  <a:close/>
                </a:path>
                <a:path w="2655570" h="2781300">
                  <a:moveTo>
                    <a:pt x="2250270" y="289812"/>
                  </a:moveTo>
                  <a:lnTo>
                    <a:pt x="1627218" y="289812"/>
                  </a:lnTo>
                  <a:lnTo>
                    <a:pt x="1650391" y="288700"/>
                  </a:lnTo>
                  <a:lnTo>
                    <a:pt x="1672253" y="280979"/>
                  </a:lnTo>
                  <a:lnTo>
                    <a:pt x="1691299" y="266920"/>
                  </a:lnTo>
                  <a:lnTo>
                    <a:pt x="1903053" y="55179"/>
                  </a:lnTo>
                  <a:lnTo>
                    <a:pt x="1929388" y="37688"/>
                  </a:lnTo>
                  <a:lnTo>
                    <a:pt x="1959338" y="31857"/>
                  </a:lnTo>
                  <a:lnTo>
                    <a:pt x="1989289" y="37688"/>
                  </a:lnTo>
                  <a:lnTo>
                    <a:pt x="2015624" y="55179"/>
                  </a:lnTo>
                  <a:lnTo>
                    <a:pt x="2250270" y="289812"/>
                  </a:lnTo>
                  <a:close/>
                </a:path>
                <a:path w="2655570" h="2781300">
                  <a:moveTo>
                    <a:pt x="2047511" y="1215080"/>
                  </a:moveTo>
                  <a:lnTo>
                    <a:pt x="2012378" y="1200969"/>
                  </a:lnTo>
                  <a:lnTo>
                    <a:pt x="1985167" y="1174674"/>
                  </a:lnTo>
                  <a:lnTo>
                    <a:pt x="1969631" y="1138600"/>
                  </a:lnTo>
                  <a:lnTo>
                    <a:pt x="1958199" y="1091502"/>
                  </a:lnTo>
                  <a:lnTo>
                    <a:pt x="1944055" y="1045526"/>
                  </a:lnTo>
                  <a:lnTo>
                    <a:pt x="1927289" y="1000763"/>
                  </a:lnTo>
                  <a:lnTo>
                    <a:pt x="1907992" y="957303"/>
                  </a:lnTo>
                  <a:lnTo>
                    <a:pt x="1886255" y="915237"/>
                  </a:lnTo>
                  <a:lnTo>
                    <a:pt x="1862166" y="874655"/>
                  </a:lnTo>
                  <a:lnTo>
                    <a:pt x="1835818" y="835647"/>
                  </a:lnTo>
                  <a:lnTo>
                    <a:pt x="1807299" y="798303"/>
                  </a:lnTo>
                  <a:lnTo>
                    <a:pt x="1776700" y="762715"/>
                  </a:lnTo>
                  <a:lnTo>
                    <a:pt x="1744112" y="728971"/>
                  </a:lnTo>
                  <a:lnTo>
                    <a:pt x="1709624" y="697163"/>
                  </a:lnTo>
                  <a:lnTo>
                    <a:pt x="1673327" y="667381"/>
                  </a:lnTo>
                  <a:lnTo>
                    <a:pt x="1635311" y="639714"/>
                  </a:lnTo>
                  <a:lnTo>
                    <a:pt x="1595666" y="614254"/>
                  </a:lnTo>
                  <a:lnTo>
                    <a:pt x="1554483" y="591091"/>
                  </a:lnTo>
                  <a:lnTo>
                    <a:pt x="1511851" y="570315"/>
                  </a:lnTo>
                  <a:lnTo>
                    <a:pt x="1467862" y="552015"/>
                  </a:lnTo>
                  <a:lnTo>
                    <a:pt x="1422605" y="536284"/>
                  </a:lnTo>
                  <a:lnTo>
                    <a:pt x="1376170" y="523210"/>
                  </a:lnTo>
                  <a:lnTo>
                    <a:pt x="1328648" y="512884"/>
                  </a:lnTo>
                  <a:lnTo>
                    <a:pt x="1280129" y="505397"/>
                  </a:lnTo>
                  <a:lnTo>
                    <a:pt x="1230703" y="500838"/>
                  </a:lnTo>
                  <a:lnTo>
                    <a:pt x="1180461" y="499298"/>
                  </a:lnTo>
                  <a:lnTo>
                    <a:pt x="2449053" y="499298"/>
                  </a:lnTo>
                  <a:lnTo>
                    <a:pt x="2454430" y="526942"/>
                  </a:lnTo>
                  <a:lnTo>
                    <a:pt x="2448604" y="556893"/>
                  </a:lnTo>
                  <a:lnTo>
                    <a:pt x="2431127" y="583228"/>
                  </a:lnTo>
                  <a:lnTo>
                    <a:pt x="2219348" y="794969"/>
                  </a:lnTo>
                  <a:lnTo>
                    <a:pt x="2205289" y="814031"/>
                  </a:lnTo>
                  <a:lnTo>
                    <a:pt x="2197655" y="835647"/>
                  </a:lnTo>
                  <a:lnTo>
                    <a:pt x="2197568" y="835893"/>
                  </a:lnTo>
                  <a:lnTo>
                    <a:pt x="2196456" y="859061"/>
                  </a:lnTo>
                  <a:lnTo>
                    <a:pt x="2202227" y="882043"/>
                  </a:lnTo>
                  <a:lnTo>
                    <a:pt x="2231992" y="918916"/>
                  </a:lnTo>
                  <a:lnTo>
                    <a:pt x="2276272" y="932421"/>
                  </a:lnTo>
                  <a:lnTo>
                    <a:pt x="2575778" y="932421"/>
                  </a:lnTo>
                  <a:lnTo>
                    <a:pt x="2606746" y="938678"/>
                  </a:lnTo>
                  <a:lnTo>
                    <a:pt x="2632038" y="955740"/>
                  </a:lnTo>
                  <a:lnTo>
                    <a:pt x="2649093" y="981045"/>
                  </a:lnTo>
                  <a:lnTo>
                    <a:pt x="2655348" y="1012029"/>
                  </a:lnTo>
                  <a:lnTo>
                    <a:pt x="2655348" y="1115368"/>
                  </a:lnTo>
                  <a:lnTo>
                    <a:pt x="2646062" y="1157235"/>
                  </a:lnTo>
                  <a:lnTo>
                    <a:pt x="2621179" y="1190040"/>
                  </a:lnTo>
                  <a:lnTo>
                    <a:pt x="2585158" y="1209860"/>
                  </a:lnTo>
                  <a:lnTo>
                    <a:pt x="2573188" y="1210677"/>
                  </a:lnTo>
                  <a:lnTo>
                    <a:pt x="2123936" y="1210677"/>
                  </a:lnTo>
                  <a:lnTo>
                    <a:pt x="2118812" y="1210812"/>
                  </a:lnTo>
                  <a:lnTo>
                    <a:pt x="2115904" y="1210812"/>
                  </a:lnTo>
                  <a:lnTo>
                    <a:pt x="2105104" y="1211671"/>
                  </a:lnTo>
                  <a:lnTo>
                    <a:pt x="2096826" y="1212774"/>
                  </a:lnTo>
                  <a:lnTo>
                    <a:pt x="2096553" y="1212774"/>
                  </a:lnTo>
                  <a:lnTo>
                    <a:pt x="2086818" y="1214602"/>
                  </a:lnTo>
                  <a:lnTo>
                    <a:pt x="2047511" y="1215080"/>
                  </a:lnTo>
                  <a:close/>
                </a:path>
                <a:path w="2655570" h="2781300">
                  <a:moveTo>
                    <a:pt x="2542457" y="1212774"/>
                  </a:moveTo>
                  <a:lnTo>
                    <a:pt x="2535789" y="1211869"/>
                  </a:lnTo>
                  <a:lnTo>
                    <a:pt x="2529040" y="1211212"/>
                  </a:lnTo>
                  <a:lnTo>
                    <a:pt x="2522216" y="1210812"/>
                  </a:lnTo>
                  <a:lnTo>
                    <a:pt x="2515325" y="1210677"/>
                  </a:lnTo>
                  <a:lnTo>
                    <a:pt x="2573188" y="1210677"/>
                  </a:lnTo>
                  <a:lnTo>
                    <a:pt x="2542457" y="1212774"/>
                  </a:lnTo>
                  <a:close/>
                </a:path>
                <a:path w="2655570" h="2781300">
                  <a:moveTo>
                    <a:pt x="1208732" y="2112238"/>
                  </a:moveTo>
                  <a:lnTo>
                    <a:pt x="1195472" y="2112238"/>
                  </a:lnTo>
                  <a:lnTo>
                    <a:pt x="1208374" y="2111880"/>
                  </a:lnTo>
                  <a:lnTo>
                    <a:pt x="1208732" y="2112238"/>
                  </a:lnTo>
                  <a:close/>
                </a:path>
                <a:path w="2655570" h="2781300">
                  <a:moveTo>
                    <a:pt x="1308733" y="2780719"/>
                  </a:moveTo>
                  <a:lnTo>
                    <a:pt x="886658" y="2780719"/>
                  </a:lnTo>
                  <a:lnTo>
                    <a:pt x="855676" y="2774462"/>
                  </a:lnTo>
                  <a:lnTo>
                    <a:pt x="830376" y="2757403"/>
                  </a:lnTo>
                  <a:lnTo>
                    <a:pt x="813318" y="2732106"/>
                  </a:lnTo>
                  <a:lnTo>
                    <a:pt x="807063" y="2701137"/>
                  </a:lnTo>
                  <a:lnTo>
                    <a:pt x="807063" y="2401631"/>
                  </a:lnTo>
                  <a:lnTo>
                    <a:pt x="803542" y="2378249"/>
                  </a:lnTo>
                  <a:lnTo>
                    <a:pt x="777978" y="2340189"/>
                  </a:lnTo>
                  <a:lnTo>
                    <a:pt x="733705" y="2321838"/>
                  </a:lnTo>
                  <a:lnTo>
                    <a:pt x="1212791" y="2321838"/>
                  </a:lnTo>
                  <a:lnTo>
                    <a:pt x="1212785" y="2513217"/>
                  </a:lnTo>
                  <a:lnTo>
                    <a:pt x="1219138" y="2560349"/>
                  </a:lnTo>
                  <a:lnTo>
                    <a:pt x="1237058" y="2602733"/>
                  </a:lnTo>
                  <a:lnTo>
                    <a:pt x="1264840" y="2638664"/>
                  </a:lnTo>
                  <a:lnTo>
                    <a:pt x="1300776" y="2666439"/>
                  </a:lnTo>
                  <a:lnTo>
                    <a:pt x="1343159" y="2684353"/>
                  </a:lnTo>
                  <a:lnTo>
                    <a:pt x="1390284" y="2690703"/>
                  </a:lnTo>
                  <a:lnTo>
                    <a:pt x="1397044" y="2692797"/>
                  </a:lnTo>
                  <a:lnTo>
                    <a:pt x="1401148" y="2697963"/>
                  </a:lnTo>
                  <a:lnTo>
                    <a:pt x="1401898" y="2704523"/>
                  </a:lnTo>
                  <a:lnTo>
                    <a:pt x="1398595" y="2710803"/>
                  </a:lnTo>
                  <a:lnTo>
                    <a:pt x="1391082" y="2718787"/>
                  </a:lnTo>
                  <a:lnTo>
                    <a:pt x="1384155" y="2727110"/>
                  </a:lnTo>
                  <a:lnTo>
                    <a:pt x="1377815" y="2735748"/>
                  </a:lnTo>
                  <a:lnTo>
                    <a:pt x="1372064" y="2744674"/>
                  </a:lnTo>
                  <a:lnTo>
                    <a:pt x="1360165" y="2759697"/>
                  </a:lnTo>
                  <a:lnTo>
                    <a:pt x="1345117" y="2771044"/>
                  </a:lnTo>
                  <a:lnTo>
                    <a:pt x="1327709" y="2778217"/>
                  </a:lnTo>
                  <a:lnTo>
                    <a:pt x="1308733" y="2780719"/>
                  </a:lnTo>
                  <a:close/>
                </a:path>
              </a:pathLst>
            </a:custGeom>
            <a:solidFill>
              <a:srgbClr val="EB85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337285" y="1335164"/>
              <a:ext cx="1965325" cy="1965325"/>
            </a:xfrm>
            <a:custGeom>
              <a:avLst/>
              <a:gdLst/>
              <a:ahLst/>
              <a:cxnLst/>
              <a:rect l="l" t="t" r="r" b="b"/>
              <a:pathLst>
                <a:path w="1965325" h="1965325">
                  <a:moveTo>
                    <a:pt x="1279915" y="305651"/>
                  </a:moveTo>
                  <a:lnTo>
                    <a:pt x="684784" y="305651"/>
                  </a:lnTo>
                  <a:lnTo>
                    <a:pt x="700100" y="301794"/>
                  </a:lnTo>
                  <a:lnTo>
                    <a:pt x="700752" y="301539"/>
                  </a:lnTo>
                  <a:lnTo>
                    <a:pt x="714275" y="293433"/>
                  </a:lnTo>
                  <a:lnTo>
                    <a:pt x="724653" y="282003"/>
                  </a:lnTo>
                  <a:lnTo>
                    <a:pt x="731305" y="268082"/>
                  </a:lnTo>
                  <a:lnTo>
                    <a:pt x="733651" y="252503"/>
                  </a:lnTo>
                  <a:lnTo>
                    <a:pt x="733651" y="53024"/>
                  </a:lnTo>
                  <a:lnTo>
                    <a:pt x="737817" y="32381"/>
                  </a:lnTo>
                  <a:lnTo>
                    <a:pt x="749176" y="15527"/>
                  </a:lnTo>
                  <a:lnTo>
                    <a:pt x="766022" y="4165"/>
                  </a:lnTo>
                  <a:lnTo>
                    <a:pt x="786651" y="0"/>
                  </a:lnTo>
                  <a:lnTo>
                    <a:pt x="1178039" y="0"/>
                  </a:lnTo>
                  <a:lnTo>
                    <a:pt x="1198660" y="4165"/>
                  </a:lnTo>
                  <a:lnTo>
                    <a:pt x="1215503" y="15527"/>
                  </a:lnTo>
                  <a:lnTo>
                    <a:pt x="1226860" y="32381"/>
                  </a:lnTo>
                  <a:lnTo>
                    <a:pt x="1231026" y="53024"/>
                  </a:lnTo>
                  <a:lnTo>
                    <a:pt x="1231026" y="252503"/>
                  </a:lnTo>
                  <a:lnTo>
                    <a:pt x="1233372" y="268082"/>
                  </a:lnTo>
                  <a:lnTo>
                    <a:pt x="1240024" y="282003"/>
                  </a:lnTo>
                  <a:lnTo>
                    <a:pt x="1250402" y="293433"/>
                  </a:lnTo>
                  <a:lnTo>
                    <a:pt x="1263925" y="301539"/>
                  </a:lnTo>
                  <a:lnTo>
                    <a:pt x="1264615" y="301794"/>
                  </a:lnTo>
                  <a:lnTo>
                    <a:pt x="1279915" y="305651"/>
                  </a:lnTo>
                  <a:close/>
                </a:path>
                <a:path w="1965325" h="1965325">
                  <a:moveTo>
                    <a:pt x="463573" y="1830879"/>
                  </a:moveTo>
                  <a:lnTo>
                    <a:pt x="426090" y="1815372"/>
                  </a:lnTo>
                  <a:lnTo>
                    <a:pt x="149343" y="1538613"/>
                  </a:lnTo>
                  <a:lnTo>
                    <a:pt x="133818" y="1501130"/>
                  </a:lnTo>
                  <a:lnTo>
                    <a:pt x="137699" y="1481179"/>
                  </a:lnTo>
                  <a:lnTo>
                    <a:pt x="149343" y="1463647"/>
                  </a:lnTo>
                  <a:lnTo>
                    <a:pt x="290389" y="1322601"/>
                  </a:lnTo>
                  <a:lnTo>
                    <a:pt x="299752" y="1309917"/>
                  </a:lnTo>
                  <a:lnTo>
                    <a:pt x="304897" y="1295357"/>
                  </a:lnTo>
                  <a:lnTo>
                    <a:pt x="305642" y="1279918"/>
                  </a:lnTo>
                  <a:lnTo>
                    <a:pt x="301807" y="1264602"/>
                  </a:lnTo>
                  <a:lnTo>
                    <a:pt x="268056" y="1233397"/>
                  </a:lnTo>
                  <a:lnTo>
                    <a:pt x="252478" y="1231051"/>
                  </a:lnTo>
                  <a:lnTo>
                    <a:pt x="52999" y="1231051"/>
                  </a:lnTo>
                  <a:lnTo>
                    <a:pt x="32370" y="1226886"/>
                  </a:lnTo>
                  <a:lnTo>
                    <a:pt x="15524" y="1215527"/>
                  </a:lnTo>
                  <a:lnTo>
                    <a:pt x="4165" y="1198680"/>
                  </a:lnTo>
                  <a:lnTo>
                    <a:pt x="0" y="1178052"/>
                  </a:lnTo>
                  <a:lnTo>
                    <a:pt x="0" y="786663"/>
                  </a:lnTo>
                  <a:lnTo>
                    <a:pt x="4165" y="766042"/>
                  </a:lnTo>
                  <a:lnTo>
                    <a:pt x="15524" y="749200"/>
                  </a:lnTo>
                  <a:lnTo>
                    <a:pt x="32370" y="737842"/>
                  </a:lnTo>
                  <a:lnTo>
                    <a:pt x="52999" y="733677"/>
                  </a:lnTo>
                  <a:lnTo>
                    <a:pt x="252478" y="733677"/>
                  </a:lnTo>
                  <a:lnTo>
                    <a:pt x="268056" y="731331"/>
                  </a:lnTo>
                  <a:lnTo>
                    <a:pt x="301513" y="700778"/>
                  </a:lnTo>
                  <a:lnTo>
                    <a:pt x="305642" y="684804"/>
                  </a:lnTo>
                  <a:lnTo>
                    <a:pt x="304897" y="669365"/>
                  </a:lnTo>
                  <a:lnTo>
                    <a:pt x="299752" y="654804"/>
                  </a:lnTo>
                  <a:lnTo>
                    <a:pt x="290389" y="642114"/>
                  </a:lnTo>
                  <a:lnTo>
                    <a:pt x="149343" y="501069"/>
                  </a:lnTo>
                  <a:lnTo>
                    <a:pt x="137699" y="483544"/>
                  </a:lnTo>
                  <a:lnTo>
                    <a:pt x="133818" y="463597"/>
                  </a:lnTo>
                  <a:lnTo>
                    <a:pt x="137699" y="443647"/>
                  </a:lnTo>
                  <a:lnTo>
                    <a:pt x="149343" y="426116"/>
                  </a:lnTo>
                  <a:lnTo>
                    <a:pt x="426090" y="149356"/>
                  </a:lnTo>
                  <a:lnTo>
                    <a:pt x="443622" y="137719"/>
                  </a:lnTo>
                  <a:lnTo>
                    <a:pt x="463573" y="133840"/>
                  </a:lnTo>
                  <a:lnTo>
                    <a:pt x="483524" y="137719"/>
                  </a:lnTo>
                  <a:lnTo>
                    <a:pt x="501056" y="149356"/>
                  </a:lnTo>
                  <a:lnTo>
                    <a:pt x="642102" y="290402"/>
                  </a:lnTo>
                  <a:lnTo>
                    <a:pt x="654785" y="299772"/>
                  </a:lnTo>
                  <a:lnTo>
                    <a:pt x="669346" y="304916"/>
                  </a:lnTo>
                  <a:lnTo>
                    <a:pt x="684784" y="305651"/>
                  </a:lnTo>
                  <a:lnTo>
                    <a:pt x="1694882" y="305651"/>
                  </a:lnTo>
                  <a:lnTo>
                    <a:pt x="1815346" y="426116"/>
                  </a:lnTo>
                  <a:lnTo>
                    <a:pt x="1826984" y="443647"/>
                  </a:lnTo>
                  <a:lnTo>
                    <a:pt x="1827279" y="445167"/>
                  </a:lnTo>
                  <a:lnTo>
                    <a:pt x="982358" y="445167"/>
                  </a:lnTo>
                  <a:lnTo>
                    <a:pt x="933461" y="447363"/>
                  </a:lnTo>
                  <a:lnTo>
                    <a:pt x="885795" y="453823"/>
                  </a:lnTo>
                  <a:lnTo>
                    <a:pt x="839548" y="464357"/>
                  </a:lnTo>
                  <a:lnTo>
                    <a:pt x="794912" y="478777"/>
                  </a:lnTo>
                  <a:lnTo>
                    <a:pt x="752074" y="496892"/>
                  </a:lnTo>
                  <a:lnTo>
                    <a:pt x="711226" y="518514"/>
                  </a:lnTo>
                  <a:lnTo>
                    <a:pt x="672556" y="543451"/>
                  </a:lnTo>
                  <a:lnTo>
                    <a:pt x="636253" y="571515"/>
                  </a:lnTo>
                  <a:lnTo>
                    <a:pt x="602509" y="602515"/>
                  </a:lnTo>
                  <a:lnTo>
                    <a:pt x="571511" y="636263"/>
                  </a:lnTo>
                  <a:lnTo>
                    <a:pt x="543451" y="672568"/>
                  </a:lnTo>
                  <a:lnTo>
                    <a:pt x="518516" y="711241"/>
                  </a:lnTo>
                  <a:lnTo>
                    <a:pt x="496898" y="752093"/>
                  </a:lnTo>
                  <a:lnTo>
                    <a:pt x="478785" y="794932"/>
                  </a:lnTo>
                  <a:lnTo>
                    <a:pt x="464367" y="839571"/>
                  </a:lnTo>
                  <a:lnTo>
                    <a:pt x="453834" y="885819"/>
                  </a:lnTo>
                  <a:lnTo>
                    <a:pt x="447375" y="933486"/>
                  </a:lnTo>
                  <a:lnTo>
                    <a:pt x="445180" y="982383"/>
                  </a:lnTo>
                  <a:lnTo>
                    <a:pt x="447375" y="1031274"/>
                  </a:lnTo>
                  <a:lnTo>
                    <a:pt x="453834" y="1078936"/>
                  </a:lnTo>
                  <a:lnTo>
                    <a:pt x="464367" y="1125179"/>
                  </a:lnTo>
                  <a:lnTo>
                    <a:pt x="478785" y="1169814"/>
                  </a:lnTo>
                  <a:lnTo>
                    <a:pt x="496898" y="1212650"/>
                  </a:lnTo>
                  <a:lnTo>
                    <a:pt x="518516" y="1253498"/>
                  </a:lnTo>
                  <a:lnTo>
                    <a:pt x="543451" y="1292169"/>
                  </a:lnTo>
                  <a:lnTo>
                    <a:pt x="571511" y="1328472"/>
                  </a:lnTo>
                  <a:lnTo>
                    <a:pt x="602509" y="1362218"/>
                  </a:lnTo>
                  <a:lnTo>
                    <a:pt x="636253" y="1393217"/>
                  </a:lnTo>
                  <a:lnTo>
                    <a:pt x="672556" y="1421280"/>
                  </a:lnTo>
                  <a:lnTo>
                    <a:pt x="711226" y="1446216"/>
                  </a:lnTo>
                  <a:lnTo>
                    <a:pt x="752074" y="1467837"/>
                  </a:lnTo>
                  <a:lnTo>
                    <a:pt x="794912" y="1485952"/>
                  </a:lnTo>
                  <a:lnTo>
                    <a:pt x="839548" y="1500371"/>
                  </a:lnTo>
                  <a:lnTo>
                    <a:pt x="885795" y="1510906"/>
                  </a:lnTo>
                  <a:lnTo>
                    <a:pt x="933461" y="1517366"/>
                  </a:lnTo>
                  <a:lnTo>
                    <a:pt x="982358" y="1519561"/>
                  </a:lnTo>
                  <a:lnTo>
                    <a:pt x="1827279" y="1519561"/>
                  </a:lnTo>
                  <a:lnTo>
                    <a:pt x="1826984" y="1521081"/>
                  </a:lnTo>
                  <a:lnTo>
                    <a:pt x="1815346" y="1538613"/>
                  </a:lnTo>
                  <a:lnTo>
                    <a:pt x="1694882" y="1659077"/>
                  </a:lnTo>
                  <a:lnTo>
                    <a:pt x="684784" y="1659077"/>
                  </a:lnTo>
                  <a:lnTo>
                    <a:pt x="669346" y="1659812"/>
                  </a:lnTo>
                  <a:lnTo>
                    <a:pt x="654785" y="1664957"/>
                  </a:lnTo>
                  <a:lnTo>
                    <a:pt x="642102" y="1674326"/>
                  </a:lnTo>
                  <a:lnTo>
                    <a:pt x="501056" y="1815372"/>
                  </a:lnTo>
                  <a:lnTo>
                    <a:pt x="483524" y="1827002"/>
                  </a:lnTo>
                  <a:lnTo>
                    <a:pt x="463573" y="1830879"/>
                  </a:lnTo>
                  <a:close/>
                </a:path>
                <a:path w="1965325" h="1965325">
                  <a:moveTo>
                    <a:pt x="1694882" y="305651"/>
                  </a:moveTo>
                  <a:lnTo>
                    <a:pt x="1279915" y="305651"/>
                  </a:lnTo>
                  <a:lnTo>
                    <a:pt x="1295342" y="304916"/>
                  </a:lnTo>
                  <a:lnTo>
                    <a:pt x="1309900" y="299772"/>
                  </a:lnTo>
                  <a:lnTo>
                    <a:pt x="1322588" y="290402"/>
                  </a:lnTo>
                  <a:lnTo>
                    <a:pt x="1463634" y="149356"/>
                  </a:lnTo>
                  <a:lnTo>
                    <a:pt x="1481175" y="137719"/>
                  </a:lnTo>
                  <a:lnTo>
                    <a:pt x="1501120" y="133840"/>
                  </a:lnTo>
                  <a:lnTo>
                    <a:pt x="1521061" y="137719"/>
                  </a:lnTo>
                  <a:lnTo>
                    <a:pt x="1538587" y="149356"/>
                  </a:lnTo>
                  <a:lnTo>
                    <a:pt x="1694882" y="305651"/>
                  </a:lnTo>
                  <a:close/>
                </a:path>
                <a:path w="1965325" h="1965325">
                  <a:moveTo>
                    <a:pt x="1827279" y="1519561"/>
                  </a:moveTo>
                  <a:lnTo>
                    <a:pt x="982358" y="1519561"/>
                  </a:lnTo>
                  <a:lnTo>
                    <a:pt x="1031249" y="1517366"/>
                  </a:lnTo>
                  <a:lnTo>
                    <a:pt x="1078911" y="1510906"/>
                  </a:lnTo>
                  <a:lnTo>
                    <a:pt x="1125154" y="1500371"/>
                  </a:lnTo>
                  <a:lnTo>
                    <a:pt x="1169788" y="1485952"/>
                  </a:lnTo>
                  <a:lnTo>
                    <a:pt x="1212624" y="1467837"/>
                  </a:lnTo>
                  <a:lnTo>
                    <a:pt x="1253473" y="1446216"/>
                  </a:lnTo>
                  <a:lnTo>
                    <a:pt x="1292143" y="1421280"/>
                  </a:lnTo>
                  <a:lnTo>
                    <a:pt x="1328446" y="1393217"/>
                  </a:lnTo>
                  <a:lnTo>
                    <a:pt x="1362192" y="1362218"/>
                  </a:lnTo>
                  <a:lnTo>
                    <a:pt x="1393191" y="1328472"/>
                  </a:lnTo>
                  <a:lnTo>
                    <a:pt x="1421254" y="1292169"/>
                  </a:lnTo>
                  <a:lnTo>
                    <a:pt x="1446191" y="1253498"/>
                  </a:lnTo>
                  <a:lnTo>
                    <a:pt x="1467811" y="1212650"/>
                  </a:lnTo>
                  <a:lnTo>
                    <a:pt x="1485926" y="1169814"/>
                  </a:lnTo>
                  <a:lnTo>
                    <a:pt x="1500346" y="1125179"/>
                  </a:lnTo>
                  <a:lnTo>
                    <a:pt x="1510880" y="1078936"/>
                  </a:lnTo>
                  <a:lnTo>
                    <a:pt x="1517340" y="1031274"/>
                  </a:lnTo>
                  <a:lnTo>
                    <a:pt x="1519536" y="982383"/>
                  </a:lnTo>
                  <a:lnTo>
                    <a:pt x="1517340" y="933486"/>
                  </a:lnTo>
                  <a:lnTo>
                    <a:pt x="1510880" y="885819"/>
                  </a:lnTo>
                  <a:lnTo>
                    <a:pt x="1500346" y="839571"/>
                  </a:lnTo>
                  <a:lnTo>
                    <a:pt x="1485926" y="794932"/>
                  </a:lnTo>
                  <a:lnTo>
                    <a:pt x="1467811" y="752093"/>
                  </a:lnTo>
                  <a:lnTo>
                    <a:pt x="1446191" y="711241"/>
                  </a:lnTo>
                  <a:lnTo>
                    <a:pt x="1421254" y="672568"/>
                  </a:lnTo>
                  <a:lnTo>
                    <a:pt x="1393191" y="636263"/>
                  </a:lnTo>
                  <a:lnTo>
                    <a:pt x="1362192" y="602515"/>
                  </a:lnTo>
                  <a:lnTo>
                    <a:pt x="1328446" y="571515"/>
                  </a:lnTo>
                  <a:lnTo>
                    <a:pt x="1292143" y="543451"/>
                  </a:lnTo>
                  <a:lnTo>
                    <a:pt x="1253473" y="518514"/>
                  </a:lnTo>
                  <a:lnTo>
                    <a:pt x="1212624" y="496892"/>
                  </a:lnTo>
                  <a:lnTo>
                    <a:pt x="1169788" y="478777"/>
                  </a:lnTo>
                  <a:lnTo>
                    <a:pt x="1125154" y="464357"/>
                  </a:lnTo>
                  <a:lnTo>
                    <a:pt x="1078911" y="453823"/>
                  </a:lnTo>
                  <a:lnTo>
                    <a:pt x="1031249" y="447363"/>
                  </a:lnTo>
                  <a:lnTo>
                    <a:pt x="982358" y="445167"/>
                  </a:lnTo>
                  <a:lnTo>
                    <a:pt x="1827279" y="445167"/>
                  </a:lnTo>
                  <a:lnTo>
                    <a:pt x="1830863" y="463597"/>
                  </a:lnTo>
                  <a:lnTo>
                    <a:pt x="1826984" y="483544"/>
                  </a:lnTo>
                  <a:lnTo>
                    <a:pt x="1815346" y="501069"/>
                  </a:lnTo>
                  <a:lnTo>
                    <a:pt x="1674301" y="642114"/>
                  </a:lnTo>
                  <a:lnTo>
                    <a:pt x="1664936" y="654804"/>
                  </a:lnTo>
                  <a:lnTo>
                    <a:pt x="1659801" y="669365"/>
                  </a:lnTo>
                  <a:lnTo>
                    <a:pt x="1659068" y="684804"/>
                  </a:lnTo>
                  <a:lnTo>
                    <a:pt x="1662908" y="700126"/>
                  </a:lnTo>
                  <a:lnTo>
                    <a:pt x="1696621" y="731331"/>
                  </a:lnTo>
                  <a:lnTo>
                    <a:pt x="1712199" y="733677"/>
                  </a:lnTo>
                  <a:lnTo>
                    <a:pt x="1911678" y="733677"/>
                  </a:lnTo>
                  <a:lnTo>
                    <a:pt x="1932322" y="737842"/>
                  </a:lnTo>
                  <a:lnTo>
                    <a:pt x="1949176" y="749200"/>
                  </a:lnTo>
                  <a:lnTo>
                    <a:pt x="1960537" y="766042"/>
                  </a:lnTo>
                  <a:lnTo>
                    <a:pt x="1964703" y="786663"/>
                  </a:lnTo>
                  <a:lnTo>
                    <a:pt x="1964703" y="1178052"/>
                  </a:lnTo>
                  <a:lnTo>
                    <a:pt x="1960537" y="1198680"/>
                  </a:lnTo>
                  <a:lnTo>
                    <a:pt x="1949176" y="1215527"/>
                  </a:lnTo>
                  <a:lnTo>
                    <a:pt x="1932322" y="1226886"/>
                  </a:lnTo>
                  <a:lnTo>
                    <a:pt x="1911678" y="1231051"/>
                  </a:lnTo>
                  <a:lnTo>
                    <a:pt x="1712199" y="1231051"/>
                  </a:lnTo>
                  <a:lnTo>
                    <a:pt x="1696621" y="1233397"/>
                  </a:lnTo>
                  <a:lnTo>
                    <a:pt x="1663164" y="1263950"/>
                  </a:lnTo>
                  <a:lnTo>
                    <a:pt x="1659068" y="1279918"/>
                  </a:lnTo>
                  <a:lnTo>
                    <a:pt x="1659801" y="1295357"/>
                  </a:lnTo>
                  <a:lnTo>
                    <a:pt x="1664936" y="1309917"/>
                  </a:lnTo>
                  <a:lnTo>
                    <a:pt x="1674301" y="1322601"/>
                  </a:lnTo>
                  <a:lnTo>
                    <a:pt x="1815346" y="1463647"/>
                  </a:lnTo>
                  <a:lnTo>
                    <a:pt x="1826984" y="1481179"/>
                  </a:lnTo>
                  <a:lnTo>
                    <a:pt x="1830863" y="1501130"/>
                  </a:lnTo>
                  <a:lnTo>
                    <a:pt x="1827279" y="1519561"/>
                  </a:lnTo>
                  <a:close/>
                </a:path>
                <a:path w="1965325" h="1965325">
                  <a:moveTo>
                    <a:pt x="1178039" y="1964729"/>
                  </a:moveTo>
                  <a:lnTo>
                    <a:pt x="786651" y="1964729"/>
                  </a:lnTo>
                  <a:lnTo>
                    <a:pt x="766022" y="1960563"/>
                  </a:lnTo>
                  <a:lnTo>
                    <a:pt x="749176" y="1949201"/>
                  </a:lnTo>
                  <a:lnTo>
                    <a:pt x="737817" y="1932347"/>
                  </a:lnTo>
                  <a:lnTo>
                    <a:pt x="733651" y="1911704"/>
                  </a:lnTo>
                  <a:lnTo>
                    <a:pt x="733651" y="1712225"/>
                  </a:lnTo>
                  <a:lnTo>
                    <a:pt x="731305" y="1696646"/>
                  </a:lnTo>
                  <a:lnTo>
                    <a:pt x="700752" y="1663190"/>
                  </a:lnTo>
                  <a:lnTo>
                    <a:pt x="684784" y="1659077"/>
                  </a:lnTo>
                  <a:lnTo>
                    <a:pt x="1279915" y="1659077"/>
                  </a:lnTo>
                  <a:lnTo>
                    <a:pt x="1240024" y="1682725"/>
                  </a:lnTo>
                  <a:lnTo>
                    <a:pt x="1231026" y="1712225"/>
                  </a:lnTo>
                  <a:lnTo>
                    <a:pt x="1231026" y="1911704"/>
                  </a:lnTo>
                  <a:lnTo>
                    <a:pt x="1226860" y="1932347"/>
                  </a:lnTo>
                  <a:lnTo>
                    <a:pt x="1215503" y="1949201"/>
                  </a:lnTo>
                  <a:lnTo>
                    <a:pt x="1198660" y="1960563"/>
                  </a:lnTo>
                  <a:lnTo>
                    <a:pt x="1178039" y="1964729"/>
                  </a:lnTo>
                  <a:close/>
                </a:path>
                <a:path w="1965325" h="1965325">
                  <a:moveTo>
                    <a:pt x="1501120" y="1830879"/>
                  </a:moveTo>
                  <a:lnTo>
                    <a:pt x="1481175" y="1827002"/>
                  </a:lnTo>
                  <a:lnTo>
                    <a:pt x="1463634" y="1815372"/>
                  </a:lnTo>
                  <a:lnTo>
                    <a:pt x="1322588" y="1674326"/>
                  </a:lnTo>
                  <a:lnTo>
                    <a:pt x="1309900" y="1664957"/>
                  </a:lnTo>
                  <a:lnTo>
                    <a:pt x="1295342" y="1659812"/>
                  </a:lnTo>
                  <a:lnTo>
                    <a:pt x="1279915" y="1659077"/>
                  </a:lnTo>
                  <a:lnTo>
                    <a:pt x="1694882" y="1659077"/>
                  </a:lnTo>
                  <a:lnTo>
                    <a:pt x="1538587" y="1815372"/>
                  </a:lnTo>
                  <a:lnTo>
                    <a:pt x="1521061" y="1827002"/>
                  </a:lnTo>
                  <a:lnTo>
                    <a:pt x="1501120" y="1830879"/>
                  </a:lnTo>
                  <a:close/>
                </a:path>
              </a:pathLst>
            </a:custGeom>
            <a:solidFill>
              <a:srgbClr val="07786A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8277842"/>
              <a:ext cx="18288000" cy="2009775"/>
            </a:xfrm>
            <a:custGeom>
              <a:avLst/>
              <a:gdLst/>
              <a:ahLst/>
              <a:cxnLst/>
              <a:rect l="l" t="t" r="r" b="b"/>
              <a:pathLst>
                <a:path w="18288000" h="2009775">
                  <a:moveTo>
                    <a:pt x="18287999" y="2009157"/>
                  </a:moveTo>
                  <a:lnTo>
                    <a:pt x="0" y="2009157"/>
                  </a:lnTo>
                  <a:lnTo>
                    <a:pt x="0" y="0"/>
                  </a:lnTo>
                  <a:lnTo>
                    <a:pt x="18183642" y="0"/>
                  </a:lnTo>
                  <a:lnTo>
                    <a:pt x="18231655" y="2377"/>
                  </a:lnTo>
                  <a:lnTo>
                    <a:pt x="18278855" y="9420"/>
                  </a:lnTo>
                  <a:lnTo>
                    <a:pt x="18287999" y="11718"/>
                  </a:lnTo>
                  <a:lnTo>
                    <a:pt x="18287999" y="2009157"/>
                  </a:lnTo>
                  <a:close/>
                </a:path>
              </a:pathLst>
            </a:custGeom>
            <a:solidFill>
              <a:srgbClr val="00312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755541" y="946181"/>
            <a:ext cx="7559040" cy="863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0" spc="-175"/>
              <a:t>What </a:t>
            </a:r>
            <a:r>
              <a:rPr dirty="0" sz="5500" spc="-375"/>
              <a:t>is</a:t>
            </a:r>
            <a:r>
              <a:rPr dirty="0" sz="5500" spc="-100"/>
              <a:t> </a:t>
            </a:r>
            <a:r>
              <a:rPr dirty="0" sz="5500" spc="-365"/>
              <a:t>Machine</a:t>
            </a:r>
            <a:r>
              <a:rPr dirty="0" sz="5500" spc="-100"/>
              <a:t> </a:t>
            </a:r>
            <a:r>
              <a:rPr dirty="0" sz="5500" spc="-385"/>
              <a:t>Learning?</a:t>
            </a:r>
            <a:endParaRPr sz="5500"/>
          </a:p>
        </p:txBody>
      </p:sp>
      <p:sp>
        <p:nvSpPr>
          <p:cNvPr id="6" name="object 6"/>
          <p:cNvSpPr txBox="1"/>
          <p:nvPr/>
        </p:nvSpPr>
        <p:spPr>
          <a:xfrm>
            <a:off x="2482006" y="2162205"/>
            <a:ext cx="12106275" cy="5626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349250" marR="341630">
              <a:lnSpc>
                <a:spcPct val="116700"/>
              </a:lnSpc>
              <a:spcBef>
                <a:spcPts val="95"/>
              </a:spcBef>
            </a:pPr>
            <a:r>
              <a:rPr dirty="0" sz="4500" spc="-290">
                <a:latin typeface="Arial MT"/>
                <a:cs typeface="Arial MT"/>
              </a:rPr>
              <a:t>Machine</a:t>
            </a:r>
            <a:r>
              <a:rPr dirty="0" sz="4500" spc="-95">
                <a:latin typeface="Arial MT"/>
                <a:cs typeface="Arial MT"/>
              </a:rPr>
              <a:t> </a:t>
            </a:r>
            <a:r>
              <a:rPr dirty="0" sz="4500" spc="-254">
                <a:latin typeface="Arial MT"/>
                <a:cs typeface="Arial MT"/>
              </a:rPr>
              <a:t>Learning</a:t>
            </a:r>
            <a:r>
              <a:rPr dirty="0" sz="4500" spc="-85">
                <a:latin typeface="Arial MT"/>
                <a:cs typeface="Arial MT"/>
              </a:rPr>
              <a:t> </a:t>
            </a:r>
            <a:r>
              <a:rPr dirty="0" sz="4500" spc="-170">
                <a:latin typeface="Arial MT"/>
                <a:cs typeface="Arial MT"/>
              </a:rPr>
              <a:t>focuses</a:t>
            </a:r>
            <a:r>
              <a:rPr dirty="0" sz="4500" spc="-145">
                <a:latin typeface="Arial MT"/>
                <a:cs typeface="Arial MT"/>
              </a:rPr>
              <a:t> </a:t>
            </a:r>
            <a:r>
              <a:rPr dirty="0" sz="4500" spc="-325">
                <a:latin typeface="Arial MT"/>
                <a:cs typeface="Arial MT"/>
              </a:rPr>
              <a:t>on</a:t>
            </a:r>
            <a:r>
              <a:rPr dirty="0" sz="4500" spc="-85">
                <a:latin typeface="Arial MT"/>
                <a:cs typeface="Arial MT"/>
              </a:rPr>
              <a:t> </a:t>
            </a:r>
            <a:r>
              <a:rPr dirty="0" sz="4500" spc="-30">
                <a:latin typeface="Arial MT"/>
                <a:cs typeface="Arial MT"/>
              </a:rPr>
              <a:t>the</a:t>
            </a:r>
            <a:r>
              <a:rPr dirty="0" sz="4500" spc="-265">
                <a:latin typeface="Arial MT"/>
                <a:cs typeface="Arial MT"/>
              </a:rPr>
              <a:t> </a:t>
            </a:r>
            <a:r>
              <a:rPr dirty="0" sz="4500" spc="-380">
                <a:latin typeface="Arial MT"/>
                <a:cs typeface="Arial MT"/>
              </a:rPr>
              <a:t>use</a:t>
            </a:r>
            <a:r>
              <a:rPr dirty="0" sz="4500" spc="-85">
                <a:latin typeface="Arial MT"/>
                <a:cs typeface="Arial MT"/>
              </a:rPr>
              <a:t> </a:t>
            </a:r>
            <a:r>
              <a:rPr dirty="0" sz="4500" spc="125">
                <a:latin typeface="Arial MT"/>
                <a:cs typeface="Arial MT"/>
              </a:rPr>
              <a:t>of</a:t>
            </a:r>
            <a:r>
              <a:rPr dirty="0" sz="4500" spc="-125">
                <a:latin typeface="Arial MT"/>
                <a:cs typeface="Arial MT"/>
              </a:rPr>
              <a:t> </a:t>
            </a:r>
            <a:r>
              <a:rPr dirty="0" sz="4500" spc="-90">
                <a:latin typeface="Arial MT"/>
                <a:cs typeface="Arial MT"/>
              </a:rPr>
              <a:t>data</a:t>
            </a:r>
            <a:r>
              <a:rPr dirty="0" sz="4500" spc="-120">
                <a:latin typeface="Arial MT"/>
                <a:cs typeface="Arial MT"/>
              </a:rPr>
              <a:t> </a:t>
            </a:r>
            <a:r>
              <a:rPr dirty="0" sz="4500" spc="-320">
                <a:latin typeface="Arial MT"/>
                <a:cs typeface="Arial MT"/>
              </a:rPr>
              <a:t>and </a:t>
            </a:r>
            <a:r>
              <a:rPr dirty="0" sz="4500" spc="-250">
                <a:latin typeface="Arial MT"/>
                <a:cs typeface="Arial MT"/>
              </a:rPr>
              <a:t>algorithms</a:t>
            </a:r>
            <a:r>
              <a:rPr dirty="0" sz="4500" spc="-85">
                <a:latin typeface="Arial MT"/>
                <a:cs typeface="Arial MT"/>
              </a:rPr>
              <a:t> </a:t>
            </a:r>
            <a:r>
              <a:rPr dirty="0" sz="4500" spc="55">
                <a:latin typeface="Arial MT"/>
                <a:cs typeface="Arial MT"/>
              </a:rPr>
              <a:t>to</a:t>
            </a:r>
            <a:r>
              <a:rPr dirty="0" sz="4500" spc="-140">
                <a:latin typeface="Arial MT"/>
                <a:cs typeface="Arial MT"/>
              </a:rPr>
              <a:t> </a:t>
            </a:r>
            <a:r>
              <a:rPr dirty="0" sz="4500" spc="-135">
                <a:latin typeface="Arial MT"/>
                <a:cs typeface="Arial MT"/>
              </a:rPr>
              <a:t>imitate</a:t>
            </a:r>
            <a:r>
              <a:rPr dirty="0" sz="4500" spc="-105">
                <a:latin typeface="Arial MT"/>
                <a:cs typeface="Arial MT"/>
              </a:rPr>
              <a:t> </a:t>
            </a:r>
            <a:r>
              <a:rPr dirty="0" sz="4500" spc="-30">
                <a:latin typeface="Arial MT"/>
                <a:cs typeface="Arial MT"/>
              </a:rPr>
              <a:t>the</a:t>
            </a:r>
            <a:r>
              <a:rPr dirty="0" sz="4500" spc="-100">
                <a:latin typeface="Arial MT"/>
                <a:cs typeface="Arial MT"/>
              </a:rPr>
              <a:t> </a:t>
            </a:r>
            <a:r>
              <a:rPr dirty="0" sz="4500" spc="-215">
                <a:latin typeface="Arial MT"/>
                <a:cs typeface="Arial MT"/>
              </a:rPr>
              <a:t>way</a:t>
            </a:r>
            <a:r>
              <a:rPr dirty="0" sz="4500" spc="-100">
                <a:latin typeface="Arial MT"/>
                <a:cs typeface="Arial MT"/>
              </a:rPr>
              <a:t> </a:t>
            </a:r>
            <a:r>
              <a:rPr dirty="0" sz="4500">
                <a:latin typeface="Arial MT"/>
                <a:cs typeface="Arial MT"/>
              </a:rPr>
              <a:t>that</a:t>
            </a:r>
            <a:r>
              <a:rPr dirty="0" sz="4500" spc="-100">
                <a:latin typeface="Arial MT"/>
                <a:cs typeface="Arial MT"/>
              </a:rPr>
              <a:t> </a:t>
            </a:r>
            <a:r>
              <a:rPr dirty="0" sz="4500" spc="-434">
                <a:latin typeface="Arial MT"/>
                <a:cs typeface="Arial MT"/>
              </a:rPr>
              <a:t>human</a:t>
            </a:r>
            <a:r>
              <a:rPr dirty="0" sz="4500" spc="-85">
                <a:latin typeface="Arial MT"/>
                <a:cs typeface="Arial MT"/>
              </a:rPr>
              <a:t> </a:t>
            </a:r>
            <a:r>
              <a:rPr dirty="0" sz="4500" spc="-320">
                <a:latin typeface="Arial MT"/>
                <a:cs typeface="Arial MT"/>
              </a:rPr>
              <a:t>learn, </a:t>
            </a:r>
            <a:r>
              <a:rPr dirty="0" sz="4500" spc="-254">
                <a:latin typeface="Arial MT"/>
                <a:cs typeface="Arial MT"/>
              </a:rPr>
              <a:t>gradually</a:t>
            </a:r>
            <a:r>
              <a:rPr dirty="0" sz="4500" spc="930">
                <a:latin typeface="Arial MT"/>
                <a:cs typeface="Arial MT"/>
              </a:rPr>
              <a:t> </a:t>
            </a:r>
            <a:r>
              <a:rPr dirty="0" sz="4500" spc="-280">
                <a:latin typeface="Arial MT"/>
                <a:cs typeface="Arial MT"/>
              </a:rPr>
              <a:t>improving</a:t>
            </a:r>
            <a:r>
              <a:rPr dirty="0" sz="4500" spc="-85">
                <a:latin typeface="Arial MT"/>
                <a:cs typeface="Arial MT"/>
              </a:rPr>
              <a:t> </a:t>
            </a:r>
            <a:r>
              <a:rPr dirty="0" sz="4500">
                <a:latin typeface="Arial MT"/>
                <a:cs typeface="Arial MT"/>
              </a:rPr>
              <a:t>its</a:t>
            </a:r>
            <a:r>
              <a:rPr dirty="0" sz="4500" spc="-135">
                <a:latin typeface="Arial MT"/>
                <a:cs typeface="Arial MT"/>
              </a:rPr>
              <a:t> </a:t>
            </a:r>
            <a:r>
              <a:rPr dirty="0" sz="4500" spc="-80">
                <a:latin typeface="Arial MT"/>
                <a:cs typeface="Arial MT"/>
              </a:rPr>
              <a:t>accuracy.</a:t>
            </a:r>
            <a:endParaRPr sz="45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900"/>
              </a:spcBef>
            </a:pPr>
            <a:r>
              <a:rPr dirty="0" sz="4500" spc="-819">
                <a:latin typeface="Arial MT"/>
                <a:cs typeface="Arial MT"/>
              </a:rPr>
              <a:t>OR</a:t>
            </a:r>
            <a:endParaRPr sz="4500">
              <a:latin typeface="Arial MT"/>
              <a:cs typeface="Arial MT"/>
            </a:endParaRPr>
          </a:p>
          <a:p>
            <a:pPr algn="ctr" marL="12700" marR="5080">
              <a:lnSpc>
                <a:spcPts val="6300"/>
              </a:lnSpc>
              <a:spcBef>
                <a:spcPts val="160"/>
              </a:spcBef>
            </a:pPr>
            <a:r>
              <a:rPr dirty="0" sz="4500" spc="-290">
                <a:latin typeface="Arial MT"/>
                <a:cs typeface="Arial MT"/>
              </a:rPr>
              <a:t>Machine</a:t>
            </a:r>
            <a:r>
              <a:rPr dirty="0" sz="4500" spc="-95">
                <a:latin typeface="Arial MT"/>
                <a:cs typeface="Arial MT"/>
              </a:rPr>
              <a:t> </a:t>
            </a:r>
            <a:r>
              <a:rPr dirty="0" sz="4500" spc="-254">
                <a:latin typeface="Arial MT"/>
                <a:cs typeface="Arial MT"/>
              </a:rPr>
              <a:t>Learning</a:t>
            </a:r>
            <a:r>
              <a:rPr dirty="0" sz="4500" spc="-85">
                <a:latin typeface="Arial MT"/>
                <a:cs typeface="Arial MT"/>
              </a:rPr>
              <a:t> </a:t>
            </a:r>
            <a:r>
              <a:rPr dirty="0" sz="4500" spc="-315">
                <a:latin typeface="Arial MT"/>
                <a:cs typeface="Arial MT"/>
              </a:rPr>
              <a:t>used</a:t>
            </a:r>
            <a:r>
              <a:rPr dirty="0" sz="4500" spc="-85">
                <a:latin typeface="Arial MT"/>
                <a:cs typeface="Arial MT"/>
              </a:rPr>
              <a:t> </a:t>
            </a:r>
            <a:r>
              <a:rPr dirty="0" sz="4500" spc="55">
                <a:latin typeface="Arial MT"/>
                <a:cs typeface="Arial MT"/>
              </a:rPr>
              <a:t>to</a:t>
            </a:r>
            <a:r>
              <a:rPr dirty="0" sz="4500" spc="-110">
                <a:latin typeface="Arial MT"/>
                <a:cs typeface="Arial MT"/>
              </a:rPr>
              <a:t> </a:t>
            </a:r>
            <a:r>
              <a:rPr dirty="0" sz="4500" spc="-204">
                <a:latin typeface="Arial MT"/>
                <a:cs typeface="Arial MT"/>
              </a:rPr>
              <a:t>describe</a:t>
            </a:r>
            <a:r>
              <a:rPr dirty="0" sz="4500" spc="-90">
                <a:latin typeface="Arial MT"/>
                <a:cs typeface="Arial MT"/>
              </a:rPr>
              <a:t> </a:t>
            </a:r>
            <a:r>
              <a:rPr dirty="0" sz="4500" spc="-375">
                <a:latin typeface="Arial MT"/>
                <a:cs typeface="Arial MT"/>
              </a:rPr>
              <a:t>a</a:t>
            </a:r>
            <a:r>
              <a:rPr dirty="0" sz="4500" spc="-85">
                <a:latin typeface="Arial MT"/>
                <a:cs typeface="Arial MT"/>
              </a:rPr>
              <a:t> </a:t>
            </a:r>
            <a:r>
              <a:rPr dirty="0" sz="4500" spc="-114">
                <a:latin typeface="Arial MT"/>
                <a:cs typeface="Arial MT"/>
              </a:rPr>
              <a:t>variety</a:t>
            </a:r>
            <a:r>
              <a:rPr dirty="0" sz="4500" spc="-90">
                <a:latin typeface="Arial MT"/>
                <a:cs typeface="Arial MT"/>
              </a:rPr>
              <a:t> </a:t>
            </a:r>
            <a:r>
              <a:rPr dirty="0" sz="4500" spc="125">
                <a:latin typeface="Arial MT"/>
                <a:cs typeface="Arial MT"/>
              </a:rPr>
              <a:t>of</a:t>
            </a:r>
            <a:r>
              <a:rPr dirty="0" sz="4500" spc="-90">
                <a:latin typeface="Arial MT"/>
                <a:cs typeface="Arial MT"/>
              </a:rPr>
              <a:t> tools </a:t>
            </a:r>
            <a:r>
              <a:rPr dirty="0" sz="4500" spc="-295">
                <a:latin typeface="Arial MT"/>
                <a:cs typeface="Arial MT"/>
              </a:rPr>
              <a:t>and</a:t>
            </a:r>
            <a:r>
              <a:rPr dirty="0" sz="4500" spc="-75">
                <a:latin typeface="Arial MT"/>
                <a:cs typeface="Arial MT"/>
              </a:rPr>
              <a:t> </a:t>
            </a:r>
            <a:r>
              <a:rPr dirty="0" sz="4500" spc="-250">
                <a:latin typeface="Arial MT"/>
                <a:cs typeface="Arial MT"/>
              </a:rPr>
              <a:t>techniques</a:t>
            </a:r>
            <a:r>
              <a:rPr dirty="0" sz="4500" spc="-70">
                <a:latin typeface="Arial MT"/>
                <a:cs typeface="Arial MT"/>
              </a:rPr>
              <a:t> </a:t>
            </a:r>
            <a:r>
              <a:rPr dirty="0" sz="4500" spc="-204">
                <a:latin typeface="Arial MT"/>
                <a:cs typeface="Arial MT"/>
              </a:rPr>
              <a:t>which</a:t>
            </a:r>
            <a:r>
              <a:rPr dirty="0" sz="4500" spc="-75">
                <a:latin typeface="Arial MT"/>
                <a:cs typeface="Arial MT"/>
              </a:rPr>
              <a:t> </a:t>
            </a:r>
            <a:r>
              <a:rPr dirty="0" sz="4500" spc="-250">
                <a:latin typeface="Arial MT"/>
                <a:cs typeface="Arial MT"/>
              </a:rPr>
              <a:t>allow</a:t>
            </a:r>
            <a:r>
              <a:rPr dirty="0" sz="4500" spc="-70">
                <a:latin typeface="Arial MT"/>
                <a:cs typeface="Arial MT"/>
              </a:rPr>
              <a:t> </a:t>
            </a:r>
            <a:r>
              <a:rPr dirty="0" sz="4500" spc="-375">
                <a:latin typeface="Arial MT"/>
                <a:cs typeface="Arial MT"/>
              </a:rPr>
              <a:t>a</a:t>
            </a:r>
            <a:r>
              <a:rPr dirty="0" sz="4500" spc="-75">
                <a:latin typeface="Arial MT"/>
                <a:cs typeface="Arial MT"/>
              </a:rPr>
              <a:t> </a:t>
            </a:r>
            <a:r>
              <a:rPr dirty="0" sz="4500" spc="-200">
                <a:latin typeface="Arial MT"/>
                <a:cs typeface="Arial MT"/>
              </a:rPr>
              <a:t>computer</a:t>
            </a:r>
            <a:r>
              <a:rPr dirty="0" sz="4500" spc="-70">
                <a:latin typeface="Arial MT"/>
                <a:cs typeface="Arial MT"/>
              </a:rPr>
              <a:t> </a:t>
            </a:r>
            <a:r>
              <a:rPr dirty="0" sz="4500" spc="-285">
                <a:latin typeface="Arial MT"/>
                <a:cs typeface="Arial MT"/>
              </a:rPr>
              <a:t>program</a:t>
            </a:r>
            <a:r>
              <a:rPr dirty="0" sz="4500" spc="-75">
                <a:latin typeface="Arial MT"/>
                <a:cs typeface="Arial MT"/>
              </a:rPr>
              <a:t> </a:t>
            </a:r>
            <a:r>
              <a:rPr dirty="0" sz="4500" spc="30">
                <a:latin typeface="Arial MT"/>
                <a:cs typeface="Arial MT"/>
              </a:rPr>
              <a:t>to </a:t>
            </a:r>
            <a:r>
              <a:rPr dirty="0" sz="4500" spc="-280">
                <a:latin typeface="Arial MT"/>
                <a:cs typeface="Arial MT"/>
              </a:rPr>
              <a:t>learn</a:t>
            </a:r>
            <a:r>
              <a:rPr dirty="0" sz="4500" spc="-90">
                <a:latin typeface="Arial MT"/>
                <a:cs typeface="Arial MT"/>
              </a:rPr>
              <a:t> </a:t>
            </a:r>
            <a:r>
              <a:rPr dirty="0" sz="4500" spc="-295">
                <a:latin typeface="Arial MT"/>
                <a:cs typeface="Arial MT"/>
              </a:rPr>
              <a:t>and</a:t>
            </a:r>
            <a:r>
              <a:rPr dirty="0" sz="4500" spc="-80">
                <a:latin typeface="Arial MT"/>
                <a:cs typeface="Arial MT"/>
              </a:rPr>
              <a:t> </a:t>
            </a:r>
            <a:r>
              <a:rPr dirty="0" sz="4500" spc="-275">
                <a:latin typeface="Arial MT"/>
                <a:cs typeface="Arial MT"/>
              </a:rPr>
              <a:t>improve</a:t>
            </a:r>
            <a:r>
              <a:rPr dirty="0" sz="4500" spc="-80">
                <a:latin typeface="Arial MT"/>
                <a:cs typeface="Arial MT"/>
              </a:rPr>
              <a:t> </a:t>
            </a:r>
            <a:r>
              <a:rPr dirty="0" sz="4500" spc="-200">
                <a:latin typeface="Arial MT"/>
                <a:cs typeface="Arial MT"/>
              </a:rPr>
              <a:t>over</a:t>
            </a:r>
            <a:r>
              <a:rPr dirty="0" sz="4500" spc="-80">
                <a:latin typeface="Arial MT"/>
                <a:cs typeface="Arial MT"/>
              </a:rPr>
              <a:t> </a:t>
            </a:r>
            <a:r>
              <a:rPr dirty="0" sz="4500" spc="-280">
                <a:latin typeface="Arial MT"/>
                <a:cs typeface="Arial MT"/>
              </a:rPr>
              <a:t>time.</a:t>
            </a:r>
            <a:endParaRPr sz="45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911987" y="0"/>
            <a:ext cx="3376295" cy="3216910"/>
            <a:chOff x="14911987" y="0"/>
            <a:chExt cx="3376295" cy="3216910"/>
          </a:xfrm>
        </p:grpSpPr>
        <p:sp>
          <p:nvSpPr>
            <p:cNvPr id="8" name="object 8"/>
            <p:cNvSpPr/>
            <p:nvPr/>
          </p:nvSpPr>
          <p:spPr>
            <a:xfrm>
              <a:off x="15558629" y="0"/>
              <a:ext cx="2729865" cy="2697480"/>
            </a:xfrm>
            <a:custGeom>
              <a:avLst/>
              <a:gdLst/>
              <a:ahLst/>
              <a:cxnLst/>
              <a:rect l="l" t="t" r="r" b="b"/>
              <a:pathLst>
                <a:path w="2729865" h="2697480">
                  <a:moveTo>
                    <a:pt x="2253769" y="2496480"/>
                  </a:moveTo>
                  <a:lnTo>
                    <a:pt x="2283719" y="2490657"/>
                  </a:lnTo>
                  <a:lnTo>
                    <a:pt x="2310048" y="2473187"/>
                  </a:lnTo>
                  <a:lnTo>
                    <a:pt x="2725552" y="2057670"/>
                  </a:lnTo>
                  <a:lnTo>
                    <a:pt x="2729370" y="2051916"/>
                  </a:lnTo>
                  <a:lnTo>
                    <a:pt x="2729370" y="1950887"/>
                  </a:lnTo>
                  <a:lnTo>
                    <a:pt x="2725552" y="1945138"/>
                  </a:lnTo>
                  <a:lnTo>
                    <a:pt x="2513785" y="1733359"/>
                  </a:lnTo>
                  <a:lnTo>
                    <a:pt x="2499723" y="1714312"/>
                  </a:lnTo>
                  <a:lnTo>
                    <a:pt x="2492005" y="1692449"/>
                  </a:lnTo>
                  <a:lnTo>
                    <a:pt x="2490897" y="1669272"/>
                  </a:lnTo>
                  <a:lnTo>
                    <a:pt x="2496664" y="1646284"/>
                  </a:lnTo>
                  <a:lnTo>
                    <a:pt x="2526416" y="1609407"/>
                  </a:lnTo>
                  <a:lnTo>
                    <a:pt x="2570710" y="1595906"/>
                  </a:lnTo>
                  <a:lnTo>
                    <a:pt x="2729370" y="1595906"/>
                  </a:lnTo>
                  <a:lnTo>
                    <a:pt x="2729370" y="849110"/>
                  </a:lnTo>
                  <a:lnTo>
                    <a:pt x="2570710" y="849110"/>
                  </a:lnTo>
                  <a:lnTo>
                    <a:pt x="2547320" y="845589"/>
                  </a:lnTo>
                  <a:lnTo>
                    <a:pt x="2509250" y="820024"/>
                  </a:lnTo>
                  <a:lnTo>
                    <a:pt x="2490897" y="775750"/>
                  </a:lnTo>
                  <a:lnTo>
                    <a:pt x="2491945" y="753834"/>
                  </a:lnTo>
                  <a:lnTo>
                    <a:pt x="2492005" y="752581"/>
                  </a:lnTo>
                  <a:lnTo>
                    <a:pt x="2499723" y="730720"/>
                  </a:lnTo>
                  <a:lnTo>
                    <a:pt x="2513785" y="711657"/>
                  </a:lnTo>
                  <a:lnTo>
                    <a:pt x="2725552" y="499916"/>
                  </a:lnTo>
                  <a:lnTo>
                    <a:pt x="2729370" y="494164"/>
                  </a:lnTo>
                  <a:lnTo>
                    <a:pt x="2729370" y="393097"/>
                  </a:lnTo>
                  <a:lnTo>
                    <a:pt x="2725552" y="387346"/>
                  </a:lnTo>
                  <a:lnTo>
                    <a:pt x="2338182" y="0"/>
                  </a:lnTo>
                  <a:lnTo>
                    <a:pt x="2169355" y="0"/>
                  </a:lnTo>
                  <a:lnTo>
                    <a:pt x="1985724" y="183609"/>
                  </a:lnTo>
                  <a:lnTo>
                    <a:pt x="1966678" y="197668"/>
                  </a:lnTo>
                  <a:lnTo>
                    <a:pt x="1944816" y="205389"/>
                  </a:lnTo>
                  <a:lnTo>
                    <a:pt x="1921642" y="206500"/>
                  </a:lnTo>
                  <a:lnTo>
                    <a:pt x="405077" y="206500"/>
                  </a:lnTo>
                  <a:lnTo>
                    <a:pt x="224220" y="387346"/>
                  </a:lnTo>
                  <a:lnTo>
                    <a:pt x="206743" y="413681"/>
                  </a:lnTo>
                  <a:lnTo>
                    <a:pt x="206294" y="415987"/>
                  </a:lnTo>
                  <a:lnTo>
                    <a:pt x="1474886" y="415987"/>
                  </a:lnTo>
                  <a:lnTo>
                    <a:pt x="1522250" y="417359"/>
                  </a:lnTo>
                  <a:lnTo>
                    <a:pt x="1568899" y="421425"/>
                  </a:lnTo>
                  <a:lnTo>
                    <a:pt x="1614757" y="428107"/>
                  </a:lnTo>
                  <a:lnTo>
                    <a:pt x="1659747" y="437331"/>
                  </a:lnTo>
                  <a:lnTo>
                    <a:pt x="1703793" y="449020"/>
                  </a:lnTo>
                  <a:lnTo>
                    <a:pt x="1746820" y="463098"/>
                  </a:lnTo>
                  <a:lnTo>
                    <a:pt x="1788751" y="479488"/>
                  </a:lnTo>
                  <a:lnTo>
                    <a:pt x="1829511" y="498115"/>
                  </a:lnTo>
                  <a:lnTo>
                    <a:pt x="1869022" y="518902"/>
                  </a:lnTo>
                  <a:lnTo>
                    <a:pt x="1907209" y="541774"/>
                  </a:lnTo>
                  <a:lnTo>
                    <a:pt x="1943996" y="566653"/>
                  </a:lnTo>
                  <a:lnTo>
                    <a:pt x="1979307" y="593464"/>
                  </a:lnTo>
                  <a:lnTo>
                    <a:pt x="2013066" y="622131"/>
                  </a:lnTo>
                  <a:lnTo>
                    <a:pt x="2045196" y="652578"/>
                  </a:lnTo>
                  <a:lnTo>
                    <a:pt x="2075622" y="684728"/>
                  </a:lnTo>
                  <a:lnTo>
                    <a:pt x="2104267" y="718506"/>
                  </a:lnTo>
                  <a:lnTo>
                    <a:pt x="2131055" y="753834"/>
                  </a:lnTo>
                  <a:lnTo>
                    <a:pt x="2155910" y="790638"/>
                  </a:lnTo>
                  <a:lnTo>
                    <a:pt x="2178757" y="828840"/>
                  </a:lnTo>
                  <a:lnTo>
                    <a:pt x="2199519" y="868365"/>
                  </a:lnTo>
                  <a:lnTo>
                    <a:pt x="2218119" y="909137"/>
                  </a:lnTo>
                  <a:lnTo>
                    <a:pt x="2234482" y="951079"/>
                  </a:lnTo>
                  <a:lnTo>
                    <a:pt x="2248532" y="994115"/>
                  </a:lnTo>
                  <a:lnTo>
                    <a:pt x="2260193" y="1038170"/>
                  </a:lnTo>
                  <a:lnTo>
                    <a:pt x="2269388" y="1083166"/>
                  </a:lnTo>
                  <a:lnTo>
                    <a:pt x="2275682" y="1126548"/>
                  </a:lnTo>
                  <a:lnTo>
                    <a:pt x="2275800" y="1127365"/>
                  </a:lnTo>
                  <a:lnTo>
                    <a:pt x="2275878" y="1127901"/>
                  </a:lnTo>
                  <a:lnTo>
                    <a:pt x="2275973" y="1128557"/>
                  </a:lnTo>
                  <a:lnTo>
                    <a:pt x="2276079" y="1129462"/>
                  </a:lnTo>
                  <a:lnTo>
                    <a:pt x="2280077" y="1175680"/>
                  </a:lnTo>
                  <a:lnTo>
                    <a:pt x="2281420" y="1223045"/>
                  </a:lnTo>
                  <a:lnTo>
                    <a:pt x="2280020" y="1270410"/>
                  </a:lnTo>
                  <a:lnTo>
                    <a:pt x="2275937" y="1317053"/>
                  </a:lnTo>
                  <a:lnTo>
                    <a:pt x="2269243" y="1362899"/>
                  </a:lnTo>
                  <a:lnTo>
                    <a:pt x="2260016" y="1407873"/>
                  </a:lnTo>
                  <a:lnTo>
                    <a:pt x="2248331" y="1451898"/>
                  </a:lnTo>
                  <a:lnTo>
                    <a:pt x="2234264" y="1494899"/>
                  </a:lnTo>
                  <a:lnTo>
                    <a:pt x="2217889" y="1536801"/>
                  </a:lnTo>
                  <a:lnTo>
                    <a:pt x="2199283" y="1577528"/>
                  </a:lnTo>
                  <a:lnTo>
                    <a:pt x="2178520" y="1617005"/>
                  </a:lnTo>
                  <a:lnTo>
                    <a:pt x="2155678" y="1655156"/>
                  </a:lnTo>
                  <a:lnTo>
                    <a:pt x="2130830" y="1691905"/>
                  </a:lnTo>
                  <a:lnTo>
                    <a:pt x="2104053" y="1727178"/>
                  </a:lnTo>
                  <a:lnTo>
                    <a:pt x="2075423" y="1760898"/>
                  </a:lnTo>
                  <a:lnTo>
                    <a:pt x="2045014" y="1792989"/>
                  </a:lnTo>
                  <a:lnTo>
                    <a:pt x="2012902" y="1823377"/>
                  </a:lnTo>
                  <a:lnTo>
                    <a:pt x="1979164" y="1851987"/>
                  </a:lnTo>
                  <a:lnTo>
                    <a:pt x="1943873" y="1878741"/>
                  </a:lnTo>
                  <a:lnTo>
                    <a:pt x="1907107" y="1903565"/>
                  </a:lnTo>
                  <a:lnTo>
                    <a:pt x="1868941" y="1926384"/>
                  </a:lnTo>
                  <a:lnTo>
                    <a:pt x="1829449" y="1947121"/>
                  </a:lnTo>
                  <a:lnTo>
                    <a:pt x="1788708" y="1965701"/>
                  </a:lnTo>
                  <a:lnTo>
                    <a:pt x="1746793" y="1982049"/>
                  </a:lnTo>
                  <a:lnTo>
                    <a:pt x="1703780" y="1996089"/>
                  </a:lnTo>
                  <a:lnTo>
                    <a:pt x="1659745" y="2007746"/>
                  </a:lnTo>
                  <a:lnTo>
                    <a:pt x="1614762" y="2016944"/>
                  </a:lnTo>
                  <a:lnTo>
                    <a:pt x="1568907" y="2023608"/>
                  </a:lnTo>
                  <a:lnTo>
                    <a:pt x="1522257" y="2027661"/>
                  </a:lnTo>
                  <a:lnTo>
                    <a:pt x="1478428" y="2028927"/>
                  </a:lnTo>
                  <a:lnTo>
                    <a:pt x="1446615" y="2028927"/>
                  </a:lnTo>
                  <a:lnTo>
                    <a:pt x="1442549" y="2032993"/>
                  </a:lnTo>
                  <a:lnTo>
                    <a:pt x="1442556" y="2238527"/>
                  </a:lnTo>
                  <a:lnTo>
                    <a:pt x="1921642" y="2238527"/>
                  </a:lnTo>
                  <a:lnTo>
                    <a:pt x="1944816" y="2239635"/>
                  </a:lnTo>
                  <a:lnTo>
                    <a:pt x="1966678" y="2247347"/>
                  </a:lnTo>
                  <a:lnTo>
                    <a:pt x="1985724" y="2261394"/>
                  </a:lnTo>
                  <a:lnTo>
                    <a:pt x="2197490" y="2473187"/>
                  </a:lnTo>
                  <a:lnTo>
                    <a:pt x="2223820" y="2490657"/>
                  </a:lnTo>
                  <a:lnTo>
                    <a:pt x="2253769" y="2496480"/>
                  </a:lnTo>
                  <a:close/>
                </a:path>
                <a:path w="2729865" h="2697480">
                  <a:moveTo>
                    <a:pt x="1028129" y="206500"/>
                  </a:moveTo>
                  <a:lnTo>
                    <a:pt x="1921642" y="206500"/>
                  </a:lnTo>
                  <a:lnTo>
                    <a:pt x="1898662" y="200730"/>
                  </a:lnTo>
                  <a:lnTo>
                    <a:pt x="1897677" y="200346"/>
                  </a:lnTo>
                  <a:lnTo>
                    <a:pt x="1877370" y="188159"/>
                  </a:lnTo>
                  <a:lnTo>
                    <a:pt x="1861789" y="170992"/>
                  </a:lnTo>
                  <a:lnTo>
                    <a:pt x="1851805" y="150090"/>
                  </a:lnTo>
                  <a:lnTo>
                    <a:pt x="1848284" y="126697"/>
                  </a:lnTo>
                  <a:lnTo>
                    <a:pt x="1848284" y="0"/>
                  </a:lnTo>
                  <a:lnTo>
                    <a:pt x="1101488" y="0"/>
                  </a:lnTo>
                  <a:lnTo>
                    <a:pt x="1101488" y="126697"/>
                  </a:lnTo>
                  <a:lnTo>
                    <a:pt x="1097968" y="150090"/>
                  </a:lnTo>
                  <a:lnTo>
                    <a:pt x="1087987" y="170992"/>
                  </a:lnTo>
                  <a:lnTo>
                    <a:pt x="1072407" y="188159"/>
                  </a:lnTo>
                  <a:lnTo>
                    <a:pt x="1052094" y="200346"/>
                  </a:lnTo>
                  <a:lnTo>
                    <a:pt x="1051110" y="200730"/>
                  </a:lnTo>
                  <a:lnTo>
                    <a:pt x="1028129" y="206500"/>
                  </a:lnTo>
                  <a:close/>
                </a:path>
                <a:path w="2729865" h="2697480">
                  <a:moveTo>
                    <a:pt x="405077" y="206500"/>
                  </a:moveTo>
                  <a:lnTo>
                    <a:pt x="1028129" y="206500"/>
                  </a:lnTo>
                  <a:lnTo>
                    <a:pt x="1004956" y="205389"/>
                  </a:lnTo>
                  <a:lnTo>
                    <a:pt x="983094" y="197668"/>
                  </a:lnTo>
                  <a:lnTo>
                    <a:pt x="964048" y="183609"/>
                  </a:lnTo>
                  <a:lnTo>
                    <a:pt x="780427" y="0"/>
                  </a:lnTo>
                  <a:lnTo>
                    <a:pt x="611590" y="0"/>
                  </a:lnTo>
                  <a:lnTo>
                    <a:pt x="405077" y="206500"/>
                  </a:lnTo>
                  <a:close/>
                </a:path>
                <a:path w="2729865" h="2697480">
                  <a:moveTo>
                    <a:pt x="607836" y="1131768"/>
                  </a:moveTo>
                  <a:lnTo>
                    <a:pt x="642969" y="1117657"/>
                  </a:lnTo>
                  <a:lnTo>
                    <a:pt x="670180" y="1091363"/>
                  </a:lnTo>
                  <a:lnTo>
                    <a:pt x="685716" y="1055289"/>
                  </a:lnTo>
                  <a:lnTo>
                    <a:pt x="697148" y="1008190"/>
                  </a:lnTo>
                  <a:lnTo>
                    <a:pt x="711292" y="962214"/>
                  </a:lnTo>
                  <a:lnTo>
                    <a:pt x="728058" y="917451"/>
                  </a:lnTo>
                  <a:lnTo>
                    <a:pt x="747355" y="873991"/>
                  </a:lnTo>
                  <a:lnTo>
                    <a:pt x="769092" y="831925"/>
                  </a:lnTo>
                  <a:lnTo>
                    <a:pt x="793181" y="791343"/>
                  </a:lnTo>
                  <a:lnTo>
                    <a:pt x="819529" y="752335"/>
                  </a:lnTo>
                  <a:lnTo>
                    <a:pt x="848048" y="714992"/>
                  </a:lnTo>
                  <a:lnTo>
                    <a:pt x="878647" y="679403"/>
                  </a:lnTo>
                  <a:lnTo>
                    <a:pt x="911235" y="645660"/>
                  </a:lnTo>
                  <a:lnTo>
                    <a:pt x="945723" y="613852"/>
                  </a:lnTo>
                  <a:lnTo>
                    <a:pt x="982020" y="584069"/>
                  </a:lnTo>
                  <a:lnTo>
                    <a:pt x="1020036" y="556403"/>
                  </a:lnTo>
                  <a:lnTo>
                    <a:pt x="1059681" y="530943"/>
                  </a:lnTo>
                  <a:lnTo>
                    <a:pt x="1100864" y="507780"/>
                  </a:lnTo>
                  <a:lnTo>
                    <a:pt x="1143496" y="487003"/>
                  </a:lnTo>
                  <a:lnTo>
                    <a:pt x="1187485" y="468704"/>
                  </a:lnTo>
                  <a:lnTo>
                    <a:pt x="1232742" y="452972"/>
                  </a:lnTo>
                  <a:lnTo>
                    <a:pt x="1279177" y="439898"/>
                  </a:lnTo>
                  <a:lnTo>
                    <a:pt x="1326699" y="429573"/>
                  </a:lnTo>
                  <a:lnTo>
                    <a:pt x="1375218" y="422085"/>
                  </a:lnTo>
                  <a:lnTo>
                    <a:pt x="1424644" y="417527"/>
                  </a:lnTo>
                  <a:lnTo>
                    <a:pt x="1474886" y="415987"/>
                  </a:lnTo>
                  <a:lnTo>
                    <a:pt x="206294" y="415987"/>
                  </a:lnTo>
                  <a:lnTo>
                    <a:pt x="200917" y="443631"/>
                  </a:lnTo>
                  <a:lnTo>
                    <a:pt x="206743" y="473581"/>
                  </a:lnTo>
                  <a:lnTo>
                    <a:pt x="224220" y="499916"/>
                  </a:lnTo>
                  <a:lnTo>
                    <a:pt x="435999" y="711657"/>
                  </a:lnTo>
                  <a:lnTo>
                    <a:pt x="450058" y="730720"/>
                  </a:lnTo>
                  <a:lnTo>
                    <a:pt x="457692" y="752335"/>
                  </a:lnTo>
                  <a:lnTo>
                    <a:pt x="457779" y="752581"/>
                  </a:lnTo>
                  <a:lnTo>
                    <a:pt x="458891" y="775750"/>
                  </a:lnTo>
                  <a:lnTo>
                    <a:pt x="440517" y="820024"/>
                  </a:lnTo>
                  <a:lnTo>
                    <a:pt x="402456" y="845589"/>
                  </a:lnTo>
                  <a:lnTo>
                    <a:pt x="379075" y="849110"/>
                  </a:lnTo>
                  <a:lnTo>
                    <a:pt x="79569" y="849110"/>
                  </a:lnTo>
                  <a:lnTo>
                    <a:pt x="48601" y="855367"/>
                  </a:lnTo>
                  <a:lnTo>
                    <a:pt x="23309" y="872429"/>
                  </a:lnTo>
                  <a:lnTo>
                    <a:pt x="6254" y="897733"/>
                  </a:lnTo>
                  <a:lnTo>
                    <a:pt x="0" y="928717"/>
                  </a:lnTo>
                  <a:lnTo>
                    <a:pt x="0" y="1032056"/>
                  </a:lnTo>
                  <a:lnTo>
                    <a:pt x="9285" y="1073923"/>
                  </a:lnTo>
                  <a:lnTo>
                    <a:pt x="34168" y="1106728"/>
                  </a:lnTo>
                  <a:lnTo>
                    <a:pt x="70189" y="1126548"/>
                  </a:lnTo>
                  <a:lnTo>
                    <a:pt x="82159" y="1127365"/>
                  </a:lnTo>
                  <a:lnTo>
                    <a:pt x="531411" y="1127365"/>
                  </a:lnTo>
                  <a:lnTo>
                    <a:pt x="536535" y="1127500"/>
                  </a:lnTo>
                  <a:lnTo>
                    <a:pt x="539443" y="1127500"/>
                  </a:lnTo>
                  <a:lnTo>
                    <a:pt x="550243" y="1128359"/>
                  </a:lnTo>
                  <a:lnTo>
                    <a:pt x="558521" y="1129462"/>
                  </a:lnTo>
                  <a:lnTo>
                    <a:pt x="558794" y="1129462"/>
                  </a:lnTo>
                  <a:lnTo>
                    <a:pt x="568529" y="1131291"/>
                  </a:lnTo>
                  <a:lnTo>
                    <a:pt x="607836" y="1131768"/>
                  </a:lnTo>
                  <a:close/>
                </a:path>
                <a:path w="2729865" h="2697480">
                  <a:moveTo>
                    <a:pt x="112890" y="1129462"/>
                  </a:moveTo>
                  <a:lnTo>
                    <a:pt x="119558" y="1128557"/>
                  </a:lnTo>
                  <a:lnTo>
                    <a:pt x="126307" y="1127901"/>
                  </a:lnTo>
                  <a:lnTo>
                    <a:pt x="133131" y="1127500"/>
                  </a:lnTo>
                  <a:lnTo>
                    <a:pt x="140022" y="1127365"/>
                  </a:lnTo>
                  <a:lnTo>
                    <a:pt x="82159" y="1127365"/>
                  </a:lnTo>
                  <a:lnTo>
                    <a:pt x="112890" y="1129462"/>
                  </a:lnTo>
                  <a:close/>
                </a:path>
                <a:path w="2729865" h="2697480">
                  <a:moveTo>
                    <a:pt x="1446615" y="2028927"/>
                  </a:moveTo>
                  <a:lnTo>
                    <a:pt x="1459875" y="2028927"/>
                  </a:lnTo>
                  <a:lnTo>
                    <a:pt x="1446973" y="2028569"/>
                  </a:lnTo>
                  <a:lnTo>
                    <a:pt x="1446615" y="2028927"/>
                  </a:lnTo>
                  <a:close/>
                </a:path>
                <a:path w="2729865" h="2697480">
                  <a:moveTo>
                    <a:pt x="1346614" y="2697407"/>
                  </a:moveTo>
                  <a:lnTo>
                    <a:pt x="1768689" y="2697407"/>
                  </a:lnTo>
                  <a:lnTo>
                    <a:pt x="1799671" y="2691151"/>
                  </a:lnTo>
                  <a:lnTo>
                    <a:pt x="1824971" y="2674091"/>
                  </a:lnTo>
                  <a:lnTo>
                    <a:pt x="1842029" y="2648794"/>
                  </a:lnTo>
                  <a:lnTo>
                    <a:pt x="1848284" y="2617825"/>
                  </a:lnTo>
                  <a:lnTo>
                    <a:pt x="1848284" y="2318319"/>
                  </a:lnTo>
                  <a:lnTo>
                    <a:pt x="1851805" y="2294937"/>
                  </a:lnTo>
                  <a:lnTo>
                    <a:pt x="1877370" y="2256877"/>
                  </a:lnTo>
                  <a:lnTo>
                    <a:pt x="1921642" y="2238527"/>
                  </a:lnTo>
                  <a:lnTo>
                    <a:pt x="1442556" y="2238527"/>
                  </a:lnTo>
                  <a:lnTo>
                    <a:pt x="1442562" y="2429905"/>
                  </a:lnTo>
                  <a:lnTo>
                    <a:pt x="1436209" y="2477038"/>
                  </a:lnTo>
                  <a:lnTo>
                    <a:pt x="1418289" y="2519422"/>
                  </a:lnTo>
                  <a:lnTo>
                    <a:pt x="1390507" y="2555353"/>
                  </a:lnTo>
                  <a:lnTo>
                    <a:pt x="1354571" y="2583127"/>
                  </a:lnTo>
                  <a:lnTo>
                    <a:pt x="1312188" y="2601042"/>
                  </a:lnTo>
                  <a:lnTo>
                    <a:pt x="1265063" y="2607392"/>
                  </a:lnTo>
                  <a:lnTo>
                    <a:pt x="1258303" y="2609486"/>
                  </a:lnTo>
                  <a:lnTo>
                    <a:pt x="1254199" y="2614651"/>
                  </a:lnTo>
                  <a:lnTo>
                    <a:pt x="1253449" y="2621212"/>
                  </a:lnTo>
                  <a:lnTo>
                    <a:pt x="1256752" y="2627492"/>
                  </a:lnTo>
                  <a:lnTo>
                    <a:pt x="1264265" y="2635476"/>
                  </a:lnTo>
                  <a:lnTo>
                    <a:pt x="1271192" y="2643799"/>
                  </a:lnTo>
                  <a:lnTo>
                    <a:pt x="1277532" y="2652436"/>
                  </a:lnTo>
                  <a:lnTo>
                    <a:pt x="1283283" y="2661362"/>
                  </a:lnTo>
                  <a:lnTo>
                    <a:pt x="1295182" y="2676386"/>
                  </a:lnTo>
                  <a:lnTo>
                    <a:pt x="1310230" y="2687733"/>
                  </a:lnTo>
                  <a:lnTo>
                    <a:pt x="1327638" y="2694906"/>
                  </a:lnTo>
                  <a:lnTo>
                    <a:pt x="1346614" y="2697407"/>
                  </a:lnTo>
                  <a:close/>
                </a:path>
              </a:pathLst>
            </a:custGeom>
            <a:solidFill>
              <a:srgbClr val="EB85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911987" y="1251853"/>
              <a:ext cx="1965325" cy="1965325"/>
            </a:xfrm>
            <a:custGeom>
              <a:avLst/>
              <a:gdLst/>
              <a:ahLst/>
              <a:cxnLst/>
              <a:rect l="l" t="t" r="r" b="b"/>
              <a:pathLst>
                <a:path w="1965325" h="1965325">
                  <a:moveTo>
                    <a:pt x="684788" y="305651"/>
                  </a:moveTo>
                  <a:lnTo>
                    <a:pt x="1279918" y="305651"/>
                  </a:lnTo>
                  <a:lnTo>
                    <a:pt x="1264602" y="301794"/>
                  </a:lnTo>
                  <a:lnTo>
                    <a:pt x="1263950" y="301539"/>
                  </a:lnTo>
                  <a:lnTo>
                    <a:pt x="1250427" y="293433"/>
                  </a:lnTo>
                  <a:lnTo>
                    <a:pt x="1240050" y="282003"/>
                  </a:lnTo>
                  <a:lnTo>
                    <a:pt x="1233397" y="268082"/>
                  </a:lnTo>
                  <a:lnTo>
                    <a:pt x="1231051" y="252503"/>
                  </a:lnTo>
                  <a:lnTo>
                    <a:pt x="1231051" y="53024"/>
                  </a:lnTo>
                  <a:lnTo>
                    <a:pt x="1226886" y="32381"/>
                  </a:lnTo>
                  <a:lnTo>
                    <a:pt x="1215527" y="15527"/>
                  </a:lnTo>
                  <a:lnTo>
                    <a:pt x="1198680" y="4165"/>
                  </a:lnTo>
                  <a:lnTo>
                    <a:pt x="1178052" y="0"/>
                  </a:lnTo>
                  <a:lnTo>
                    <a:pt x="786663" y="0"/>
                  </a:lnTo>
                  <a:lnTo>
                    <a:pt x="766042" y="4165"/>
                  </a:lnTo>
                  <a:lnTo>
                    <a:pt x="749200" y="15527"/>
                  </a:lnTo>
                  <a:lnTo>
                    <a:pt x="737842" y="32381"/>
                  </a:lnTo>
                  <a:lnTo>
                    <a:pt x="733677" y="53024"/>
                  </a:lnTo>
                  <a:lnTo>
                    <a:pt x="733677" y="252503"/>
                  </a:lnTo>
                  <a:lnTo>
                    <a:pt x="731331" y="268082"/>
                  </a:lnTo>
                  <a:lnTo>
                    <a:pt x="724679" y="282003"/>
                  </a:lnTo>
                  <a:lnTo>
                    <a:pt x="714301" y="293433"/>
                  </a:lnTo>
                  <a:lnTo>
                    <a:pt x="700778" y="301539"/>
                  </a:lnTo>
                  <a:lnTo>
                    <a:pt x="700087" y="301794"/>
                  </a:lnTo>
                  <a:lnTo>
                    <a:pt x="684788" y="305651"/>
                  </a:lnTo>
                  <a:close/>
                </a:path>
                <a:path w="1965325" h="1965325">
                  <a:moveTo>
                    <a:pt x="1501130" y="1830879"/>
                  </a:moveTo>
                  <a:lnTo>
                    <a:pt x="1538613" y="1815372"/>
                  </a:lnTo>
                  <a:lnTo>
                    <a:pt x="1815359" y="1538613"/>
                  </a:lnTo>
                  <a:lnTo>
                    <a:pt x="1830885" y="1501130"/>
                  </a:lnTo>
                  <a:lnTo>
                    <a:pt x="1827004" y="1481179"/>
                  </a:lnTo>
                  <a:lnTo>
                    <a:pt x="1815359" y="1463647"/>
                  </a:lnTo>
                  <a:lnTo>
                    <a:pt x="1674314" y="1322601"/>
                  </a:lnTo>
                  <a:lnTo>
                    <a:pt x="1664951" y="1309917"/>
                  </a:lnTo>
                  <a:lnTo>
                    <a:pt x="1659806" y="1295357"/>
                  </a:lnTo>
                  <a:lnTo>
                    <a:pt x="1659061" y="1279918"/>
                  </a:lnTo>
                  <a:lnTo>
                    <a:pt x="1662895" y="1264602"/>
                  </a:lnTo>
                  <a:lnTo>
                    <a:pt x="1696646" y="1233397"/>
                  </a:lnTo>
                  <a:lnTo>
                    <a:pt x="1712225" y="1231051"/>
                  </a:lnTo>
                  <a:lnTo>
                    <a:pt x="1911704" y="1231051"/>
                  </a:lnTo>
                  <a:lnTo>
                    <a:pt x="1932332" y="1226886"/>
                  </a:lnTo>
                  <a:lnTo>
                    <a:pt x="1949179" y="1215527"/>
                  </a:lnTo>
                  <a:lnTo>
                    <a:pt x="1960538" y="1198680"/>
                  </a:lnTo>
                  <a:lnTo>
                    <a:pt x="1964703" y="1178052"/>
                  </a:lnTo>
                  <a:lnTo>
                    <a:pt x="1964703" y="786663"/>
                  </a:lnTo>
                  <a:lnTo>
                    <a:pt x="1960538" y="766042"/>
                  </a:lnTo>
                  <a:lnTo>
                    <a:pt x="1949179" y="749200"/>
                  </a:lnTo>
                  <a:lnTo>
                    <a:pt x="1932332" y="737842"/>
                  </a:lnTo>
                  <a:lnTo>
                    <a:pt x="1911704" y="733677"/>
                  </a:lnTo>
                  <a:lnTo>
                    <a:pt x="1712225" y="733677"/>
                  </a:lnTo>
                  <a:lnTo>
                    <a:pt x="1696646" y="731331"/>
                  </a:lnTo>
                  <a:lnTo>
                    <a:pt x="1663190" y="700778"/>
                  </a:lnTo>
                  <a:lnTo>
                    <a:pt x="1659061" y="684804"/>
                  </a:lnTo>
                  <a:lnTo>
                    <a:pt x="1659806" y="669365"/>
                  </a:lnTo>
                  <a:lnTo>
                    <a:pt x="1664951" y="654804"/>
                  </a:lnTo>
                  <a:lnTo>
                    <a:pt x="1674314" y="642114"/>
                  </a:lnTo>
                  <a:lnTo>
                    <a:pt x="1815359" y="501069"/>
                  </a:lnTo>
                  <a:lnTo>
                    <a:pt x="1827004" y="483544"/>
                  </a:lnTo>
                  <a:lnTo>
                    <a:pt x="1830885" y="463597"/>
                  </a:lnTo>
                  <a:lnTo>
                    <a:pt x="1827004" y="443647"/>
                  </a:lnTo>
                  <a:lnTo>
                    <a:pt x="1815359" y="426116"/>
                  </a:lnTo>
                  <a:lnTo>
                    <a:pt x="1538613" y="149356"/>
                  </a:lnTo>
                  <a:lnTo>
                    <a:pt x="1521081" y="137719"/>
                  </a:lnTo>
                  <a:lnTo>
                    <a:pt x="1501130" y="133840"/>
                  </a:lnTo>
                  <a:lnTo>
                    <a:pt x="1481179" y="137719"/>
                  </a:lnTo>
                  <a:lnTo>
                    <a:pt x="1463647" y="149356"/>
                  </a:lnTo>
                  <a:lnTo>
                    <a:pt x="1322601" y="290402"/>
                  </a:lnTo>
                  <a:lnTo>
                    <a:pt x="1309917" y="299772"/>
                  </a:lnTo>
                  <a:lnTo>
                    <a:pt x="1295357" y="304916"/>
                  </a:lnTo>
                  <a:lnTo>
                    <a:pt x="1279918" y="305651"/>
                  </a:lnTo>
                  <a:lnTo>
                    <a:pt x="269820" y="305651"/>
                  </a:lnTo>
                  <a:lnTo>
                    <a:pt x="149356" y="426116"/>
                  </a:lnTo>
                  <a:lnTo>
                    <a:pt x="137719" y="443647"/>
                  </a:lnTo>
                  <a:lnTo>
                    <a:pt x="137424" y="445167"/>
                  </a:lnTo>
                  <a:lnTo>
                    <a:pt x="982345" y="445167"/>
                  </a:lnTo>
                  <a:lnTo>
                    <a:pt x="1031242" y="447363"/>
                  </a:lnTo>
                  <a:lnTo>
                    <a:pt x="1078908" y="453823"/>
                  </a:lnTo>
                  <a:lnTo>
                    <a:pt x="1125154" y="464357"/>
                  </a:lnTo>
                  <a:lnTo>
                    <a:pt x="1169791" y="478777"/>
                  </a:lnTo>
                  <a:lnTo>
                    <a:pt x="1212628" y="496892"/>
                  </a:lnTo>
                  <a:lnTo>
                    <a:pt x="1253477" y="518514"/>
                  </a:lnTo>
                  <a:lnTo>
                    <a:pt x="1292147" y="543451"/>
                  </a:lnTo>
                  <a:lnTo>
                    <a:pt x="1328449" y="571515"/>
                  </a:lnTo>
                  <a:lnTo>
                    <a:pt x="1362194" y="602515"/>
                  </a:lnTo>
                  <a:lnTo>
                    <a:pt x="1393191" y="636263"/>
                  </a:lnTo>
                  <a:lnTo>
                    <a:pt x="1421252" y="672568"/>
                  </a:lnTo>
                  <a:lnTo>
                    <a:pt x="1446186" y="711241"/>
                  </a:lnTo>
                  <a:lnTo>
                    <a:pt x="1467805" y="752093"/>
                  </a:lnTo>
                  <a:lnTo>
                    <a:pt x="1485918" y="794932"/>
                  </a:lnTo>
                  <a:lnTo>
                    <a:pt x="1500335" y="839571"/>
                  </a:lnTo>
                  <a:lnTo>
                    <a:pt x="1510869" y="885819"/>
                  </a:lnTo>
                  <a:lnTo>
                    <a:pt x="1517328" y="933486"/>
                  </a:lnTo>
                  <a:lnTo>
                    <a:pt x="1519523" y="982383"/>
                  </a:lnTo>
                  <a:lnTo>
                    <a:pt x="1517328" y="1031274"/>
                  </a:lnTo>
                  <a:lnTo>
                    <a:pt x="1510869" y="1078936"/>
                  </a:lnTo>
                  <a:lnTo>
                    <a:pt x="1500335" y="1125179"/>
                  </a:lnTo>
                  <a:lnTo>
                    <a:pt x="1485918" y="1169814"/>
                  </a:lnTo>
                  <a:lnTo>
                    <a:pt x="1467805" y="1212650"/>
                  </a:lnTo>
                  <a:lnTo>
                    <a:pt x="1446186" y="1253498"/>
                  </a:lnTo>
                  <a:lnTo>
                    <a:pt x="1421252" y="1292169"/>
                  </a:lnTo>
                  <a:lnTo>
                    <a:pt x="1393191" y="1328472"/>
                  </a:lnTo>
                  <a:lnTo>
                    <a:pt x="1362194" y="1362218"/>
                  </a:lnTo>
                  <a:lnTo>
                    <a:pt x="1328449" y="1393217"/>
                  </a:lnTo>
                  <a:lnTo>
                    <a:pt x="1292147" y="1421280"/>
                  </a:lnTo>
                  <a:lnTo>
                    <a:pt x="1253477" y="1446216"/>
                  </a:lnTo>
                  <a:lnTo>
                    <a:pt x="1212628" y="1467837"/>
                  </a:lnTo>
                  <a:lnTo>
                    <a:pt x="1169791" y="1485952"/>
                  </a:lnTo>
                  <a:lnTo>
                    <a:pt x="1125154" y="1500371"/>
                  </a:lnTo>
                  <a:lnTo>
                    <a:pt x="1078908" y="1510906"/>
                  </a:lnTo>
                  <a:lnTo>
                    <a:pt x="1031242" y="1517366"/>
                  </a:lnTo>
                  <a:lnTo>
                    <a:pt x="982345" y="1519561"/>
                  </a:lnTo>
                  <a:lnTo>
                    <a:pt x="137424" y="1519561"/>
                  </a:lnTo>
                  <a:lnTo>
                    <a:pt x="137719" y="1521081"/>
                  </a:lnTo>
                  <a:lnTo>
                    <a:pt x="149356" y="1538613"/>
                  </a:lnTo>
                  <a:lnTo>
                    <a:pt x="269820" y="1659077"/>
                  </a:lnTo>
                  <a:lnTo>
                    <a:pt x="1279918" y="1659077"/>
                  </a:lnTo>
                  <a:lnTo>
                    <a:pt x="1295357" y="1659812"/>
                  </a:lnTo>
                  <a:lnTo>
                    <a:pt x="1309917" y="1664957"/>
                  </a:lnTo>
                  <a:lnTo>
                    <a:pt x="1322601" y="1674326"/>
                  </a:lnTo>
                  <a:lnTo>
                    <a:pt x="1463647" y="1815372"/>
                  </a:lnTo>
                  <a:lnTo>
                    <a:pt x="1481179" y="1827002"/>
                  </a:lnTo>
                  <a:lnTo>
                    <a:pt x="1501130" y="1830879"/>
                  </a:lnTo>
                  <a:close/>
                </a:path>
                <a:path w="1965325" h="1965325">
                  <a:moveTo>
                    <a:pt x="269820" y="305651"/>
                  </a:moveTo>
                  <a:lnTo>
                    <a:pt x="684788" y="305651"/>
                  </a:lnTo>
                  <a:lnTo>
                    <a:pt x="669360" y="304916"/>
                  </a:lnTo>
                  <a:lnTo>
                    <a:pt x="654803" y="299772"/>
                  </a:lnTo>
                  <a:lnTo>
                    <a:pt x="642114" y="290402"/>
                  </a:lnTo>
                  <a:lnTo>
                    <a:pt x="501069" y="149356"/>
                  </a:lnTo>
                  <a:lnTo>
                    <a:pt x="483528" y="137719"/>
                  </a:lnTo>
                  <a:lnTo>
                    <a:pt x="463583" y="133840"/>
                  </a:lnTo>
                  <a:lnTo>
                    <a:pt x="443642" y="137719"/>
                  </a:lnTo>
                  <a:lnTo>
                    <a:pt x="426116" y="149356"/>
                  </a:lnTo>
                  <a:lnTo>
                    <a:pt x="269820" y="305651"/>
                  </a:lnTo>
                  <a:close/>
                </a:path>
                <a:path w="1965325" h="1965325">
                  <a:moveTo>
                    <a:pt x="137424" y="1519561"/>
                  </a:moveTo>
                  <a:lnTo>
                    <a:pt x="982345" y="1519561"/>
                  </a:lnTo>
                  <a:lnTo>
                    <a:pt x="933454" y="1517366"/>
                  </a:lnTo>
                  <a:lnTo>
                    <a:pt x="885792" y="1510906"/>
                  </a:lnTo>
                  <a:lnTo>
                    <a:pt x="839549" y="1500371"/>
                  </a:lnTo>
                  <a:lnTo>
                    <a:pt x="794914" y="1485952"/>
                  </a:lnTo>
                  <a:lnTo>
                    <a:pt x="752078" y="1467837"/>
                  </a:lnTo>
                  <a:lnTo>
                    <a:pt x="711230" y="1446216"/>
                  </a:lnTo>
                  <a:lnTo>
                    <a:pt x="672560" y="1421280"/>
                  </a:lnTo>
                  <a:lnTo>
                    <a:pt x="636256" y="1393217"/>
                  </a:lnTo>
                  <a:lnTo>
                    <a:pt x="602510" y="1362218"/>
                  </a:lnTo>
                  <a:lnTo>
                    <a:pt x="571511" y="1328472"/>
                  </a:lnTo>
                  <a:lnTo>
                    <a:pt x="543449" y="1292169"/>
                  </a:lnTo>
                  <a:lnTo>
                    <a:pt x="518512" y="1253498"/>
                  </a:lnTo>
                  <a:lnTo>
                    <a:pt x="496892" y="1212650"/>
                  </a:lnTo>
                  <a:lnTo>
                    <a:pt x="478777" y="1169814"/>
                  </a:lnTo>
                  <a:lnTo>
                    <a:pt x="464357" y="1125179"/>
                  </a:lnTo>
                  <a:lnTo>
                    <a:pt x="453822" y="1078936"/>
                  </a:lnTo>
                  <a:lnTo>
                    <a:pt x="447363" y="1031274"/>
                  </a:lnTo>
                  <a:lnTo>
                    <a:pt x="445167" y="982383"/>
                  </a:lnTo>
                  <a:lnTo>
                    <a:pt x="447363" y="933486"/>
                  </a:lnTo>
                  <a:lnTo>
                    <a:pt x="453822" y="885819"/>
                  </a:lnTo>
                  <a:lnTo>
                    <a:pt x="464357" y="839571"/>
                  </a:lnTo>
                  <a:lnTo>
                    <a:pt x="478777" y="794932"/>
                  </a:lnTo>
                  <a:lnTo>
                    <a:pt x="496892" y="752093"/>
                  </a:lnTo>
                  <a:lnTo>
                    <a:pt x="518512" y="711241"/>
                  </a:lnTo>
                  <a:lnTo>
                    <a:pt x="543449" y="672568"/>
                  </a:lnTo>
                  <a:lnTo>
                    <a:pt x="571511" y="636263"/>
                  </a:lnTo>
                  <a:lnTo>
                    <a:pt x="602510" y="602515"/>
                  </a:lnTo>
                  <a:lnTo>
                    <a:pt x="636256" y="571515"/>
                  </a:lnTo>
                  <a:lnTo>
                    <a:pt x="672560" y="543451"/>
                  </a:lnTo>
                  <a:lnTo>
                    <a:pt x="711230" y="518514"/>
                  </a:lnTo>
                  <a:lnTo>
                    <a:pt x="752078" y="496892"/>
                  </a:lnTo>
                  <a:lnTo>
                    <a:pt x="794914" y="478777"/>
                  </a:lnTo>
                  <a:lnTo>
                    <a:pt x="839549" y="464357"/>
                  </a:lnTo>
                  <a:lnTo>
                    <a:pt x="885792" y="453823"/>
                  </a:lnTo>
                  <a:lnTo>
                    <a:pt x="933454" y="447363"/>
                  </a:lnTo>
                  <a:lnTo>
                    <a:pt x="982345" y="445167"/>
                  </a:lnTo>
                  <a:lnTo>
                    <a:pt x="137424" y="445167"/>
                  </a:lnTo>
                  <a:lnTo>
                    <a:pt x="133840" y="463597"/>
                  </a:lnTo>
                  <a:lnTo>
                    <a:pt x="137719" y="483544"/>
                  </a:lnTo>
                  <a:lnTo>
                    <a:pt x="149356" y="501069"/>
                  </a:lnTo>
                  <a:lnTo>
                    <a:pt x="290402" y="642114"/>
                  </a:lnTo>
                  <a:lnTo>
                    <a:pt x="299766" y="654804"/>
                  </a:lnTo>
                  <a:lnTo>
                    <a:pt x="304901" y="669365"/>
                  </a:lnTo>
                  <a:lnTo>
                    <a:pt x="305635" y="684804"/>
                  </a:lnTo>
                  <a:lnTo>
                    <a:pt x="301794" y="700126"/>
                  </a:lnTo>
                  <a:lnTo>
                    <a:pt x="268082" y="731331"/>
                  </a:lnTo>
                  <a:lnTo>
                    <a:pt x="252503" y="733677"/>
                  </a:lnTo>
                  <a:lnTo>
                    <a:pt x="53024" y="733677"/>
                  </a:lnTo>
                  <a:lnTo>
                    <a:pt x="32381" y="737842"/>
                  </a:lnTo>
                  <a:lnTo>
                    <a:pt x="15527" y="749200"/>
                  </a:lnTo>
                  <a:lnTo>
                    <a:pt x="4165" y="766042"/>
                  </a:lnTo>
                  <a:lnTo>
                    <a:pt x="0" y="786663"/>
                  </a:lnTo>
                  <a:lnTo>
                    <a:pt x="0" y="1178052"/>
                  </a:lnTo>
                  <a:lnTo>
                    <a:pt x="4165" y="1198680"/>
                  </a:lnTo>
                  <a:lnTo>
                    <a:pt x="15527" y="1215527"/>
                  </a:lnTo>
                  <a:lnTo>
                    <a:pt x="32381" y="1226886"/>
                  </a:lnTo>
                  <a:lnTo>
                    <a:pt x="53024" y="1231051"/>
                  </a:lnTo>
                  <a:lnTo>
                    <a:pt x="252503" y="1231051"/>
                  </a:lnTo>
                  <a:lnTo>
                    <a:pt x="268082" y="1233397"/>
                  </a:lnTo>
                  <a:lnTo>
                    <a:pt x="301539" y="1263950"/>
                  </a:lnTo>
                  <a:lnTo>
                    <a:pt x="305635" y="1279918"/>
                  </a:lnTo>
                  <a:lnTo>
                    <a:pt x="304901" y="1295357"/>
                  </a:lnTo>
                  <a:lnTo>
                    <a:pt x="299766" y="1309917"/>
                  </a:lnTo>
                  <a:lnTo>
                    <a:pt x="290402" y="1322601"/>
                  </a:lnTo>
                  <a:lnTo>
                    <a:pt x="149356" y="1463647"/>
                  </a:lnTo>
                  <a:lnTo>
                    <a:pt x="137719" y="1481179"/>
                  </a:lnTo>
                  <a:lnTo>
                    <a:pt x="133840" y="1501130"/>
                  </a:lnTo>
                  <a:lnTo>
                    <a:pt x="137424" y="1519561"/>
                  </a:lnTo>
                  <a:close/>
                </a:path>
                <a:path w="1965325" h="1965325">
                  <a:moveTo>
                    <a:pt x="786663" y="1964729"/>
                  </a:moveTo>
                  <a:lnTo>
                    <a:pt x="1178052" y="1964729"/>
                  </a:lnTo>
                  <a:lnTo>
                    <a:pt x="1198680" y="1960563"/>
                  </a:lnTo>
                  <a:lnTo>
                    <a:pt x="1215527" y="1949201"/>
                  </a:lnTo>
                  <a:lnTo>
                    <a:pt x="1226886" y="1932347"/>
                  </a:lnTo>
                  <a:lnTo>
                    <a:pt x="1231051" y="1911704"/>
                  </a:lnTo>
                  <a:lnTo>
                    <a:pt x="1231051" y="1712225"/>
                  </a:lnTo>
                  <a:lnTo>
                    <a:pt x="1233397" y="1696646"/>
                  </a:lnTo>
                  <a:lnTo>
                    <a:pt x="1263950" y="1663190"/>
                  </a:lnTo>
                  <a:lnTo>
                    <a:pt x="1279918" y="1659077"/>
                  </a:lnTo>
                  <a:lnTo>
                    <a:pt x="684788" y="1659077"/>
                  </a:lnTo>
                  <a:lnTo>
                    <a:pt x="724679" y="1682725"/>
                  </a:lnTo>
                  <a:lnTo>
                    <a:pt x="733677" y="1712225"/>
                  </a:lnTo>
                  <a:lnTo>
                    <a:pt x="733677" y="1911704"/>
                  </a:lnTo>
                  <a:lnTo>
                    <a:pt x="737842" y="1932347"/>
                  </a:lnTo>
                  <a:lnTo>
                    <a:pt x="749200" y="1949201"/>
                  </a:lnTo>
                  <a:lnTo>
                    <a:pt x="766042" y="1960563"/>
                  </a:lnTo>
                  <a:lnTo>
                    <a:pt x="786663" y="1964729"/>
                  </a:lnTo>
                  <a:close/>
                </a:path>
                <a:path w="1965325" h="1965325">
                  <a:moveTo>
                    <a:pt x="463583" y="1830879"/>
                  </a:moveTo>
                  <a:lnTo>
                    <a:pt x="483528" y="1827002"/>
                  </a:lnTo>
                  <a:lnTo>
                    <a:pt x="501069" y="1815372"/>
                  </a:lnTo>
                  <a:lnTo>
                    <a:pt x="642114" y="1674326"/>
                  </a:lnTo>
                  <a:lnTo>
                    <a:pt x="654803" y="1664957"/>
                  </a:lnTo>
                  <a:lnTo>
                    <a:pt x="669360" y="1659812"/>
                  </a:lnTo>
                  <a:lnTo>
                    <a:pt x="684788" y="1659077"/>
                  </a:lnTo>
                  <a:lnTo>
                    <a:pt x="269820" y="1659077"/>
                  </a:lnTo>
                  <a:lnTo>
                    <a:pt x="426116" y="1815372"/>
                  </a:lnTo>
                  <a:lnTo>
                    <a:pt x="443642" y="1827002"/>
                  </a:lnTo>
                  <a:lnTo>
                    <a:pt x="463583" y="1830879"/>
                  </a:lnTo>
                  <a:close/>
                </a:path>
              </a:pathLst>
            </a:custGeom>
            <a:solidFill>
              <a:srgbClr val="07786A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522" cy="10286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81118" y="0"/>
            <a:ext cx="8906881" cy="102869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178324" y="-405821"/>
            <a:ext cx="9731375" cy="3655695"/>
          </a:xfrm>
          <a:prstGeom prst="rect"/>
        </p:spPr>
        <p:txBody>
          <a:bodyPr wrap="square" lIns="0" tIns="527685" rIns="0" bIns="0" rtlCol="0" vert="horz">
            <a:spAutoFit/>
          </a:bodyPr>
          <a:lstStyle/>
          <a:p>
            <a:pPr algn="ctr" marL="233045">
              <a:lnSpc>
                <a:spcPct val="100000"/>
              </a:lnSpc>
              <a:spcBef>
                <a:spcPts val="4155"/>
              </a:spcBef>
            </a:pPr>
            <a:r>
              <a:rPr dirty="0" sz="9000" spc="-700"/>
              <a:t>AI</a:t>
            </a:r>
            <a:r>
              <a:rPr dirty="0" sz="9000" spc="-165"/>
              <a:t> </a:t>
            </a:r>
            <a:r>
              <a:rPr dirty="0" sz="9000" spc="-495"/>
              <a:t>vs</a:t>
            </a:r>
            <a:r>
              <a:rPr dirty="0" sz="9000" spc="-165"/>
              <a:t> </a:t>
            </a:r>
            <a:r>
              <a:rPr dirty="0" sz="9000" spc="-325"/>
              <a:t>ML</a:t>
            </a:r>
            <a:r>
              <a:rPr dirty="0" sz="9000" spc="-165"/>
              <a:t> </a:t>
            </a:r>
            <a:r>
              <a:rPr dirty="0" sz="9000" spc="-495"/>
              <a:t>vs</a:t>
            </a:r>
            <a:r>
              <a:rPr dirty="0" sz="9000" spc="-165"/>
              <a:t> </a:t>
            </a:r>
            <a:r>
              <a:rPr dirty="0" sz="9000" spc="-495"/>
              <a:t>DL</a:t>
            </a:r>
            <a:endParaRPr sz="9000"/>
          </a:p>
          <a:p>
            <a:pPr marL="859155" marR="5080" indent="-847090">
              <a:lnSpc>
                <a:spcPct val="116700"/>
              </a:lnSpc>
              <a:spcBef>
                <a:spcPts val="1125"/>
              </a:spcBef>
            </a:pPr>
            <a:r>
              <a:rPr dirty="0" sz="4500" spc="-45">
                <a:solidFill>
                  <a:srgbClr val="000000"/>
                </a:solidFill>
              </a:rPr>
              <a:t>Artificial</a:t>
            </a:r>
            <a:r>
              <a:rPr dirty="0" sz="4500" spc="-185">
                <a:solidFill>
                  <a:srgbClr val="000000"/>
                </a:solidFill>
              </a:rPr>
              <a:t> </a:t>
            </a:r>
            <a:r>
              <a:rPr dirty="0" sz="4500" spc="-245">
                <a:solidFill>
                  <a:srgbClr val="000000"/>
                </a:solidFill>
              </a:rPr>
              <a:t>Intelligence</a:t>
            </a:r>
            <a:r>
              <a:rPr dirty="0" sz="4500" spc="-85">
                <a:solidFill>
                  <a:srgbClr val="000000"/>
                </a:solidFill>
              </a:rPr>
              <a:t> </a:t>
            </a:r>
            <a:r>
              <a:rPr dirty="0" sz="4500" spc="-409">
                <a:solidFill>
                  <a:srgbClr val="000000"/>
                </a:solidFill>
              </a:rPr>
              <a:t>means</a:t>
            </a:r>
            <a:r>
              <a:rPr dirty="0" sz="4500" spc="-85">
                <a:solidFill>
                  <a:srgbClr val="000000"/>
                </a:solidFill>
              </a:rPr>
              <a:t> </a:t>
            </a:r>
            <a:r>
              <a:rPr dirty="0" sz="4500" spc="-155">
                <a:solidFill>
                  <a:srgbClr val="000000"/>
                </a:solidFill>
              </a:rPr>
              <a:t>creating</a:t>
            </a:r>
            <a:r>
              <a:rPr dirty="0" sz="4500" spc="-110">
                <a:solidFill>
                  <a:srgbClr val="000000"/>
                </a:solidFill>
              </a:rPr>
              <a:t> </a:t>
            </a:r>
            <a:r>
              <a:rPr dirty="0" sz="4500" spc="-145">
                <a:solidFill>
                  <a:srgbClr val="000000"/>
                </a:solidFill>
              </a:rPr>
              <a:t>smart </a:t>
            </a:r>
            <a:r>
              <a:rPr dirty="0" sz="4500" spc="-330">
                <a:solidFill>
                  <a:srgbClr val="000000"/>
                </a:solidFill>
              </a:rPr>
              <a:t>machines</a:t>
            </a:r>
            <a:r>
              <a:rPr dirty="0" sz="4500" spc="-75">
                <a:solidFill>
                  <a:srgbClr val="000000"/>
                </a:solidFill>
              </a:rPr>
              <a:t> </a:t>
            </a:r>
            <a:r>
              <a:rPr dirty="0" sz="4500" spc="55">
                <a:solidFill>
                  <a:srgbClr val="000000"/>
                </a:solidFill>
              </a:rPr>
              <a:t>to</a:t>
            </a:r>
            <a:r>
              <a:rPr dirty="0" sz="4500" spc="-70">
                <a:solidFill>
                  <a:srgbClr val="000000"/>
                </a:solidFill>
              </a:rPr>
              <a:t> </a:t>
            </a:r>
            <a:r>
              <a:rPr dirty="0" sz="4500" spc="-335">
                <a:solidFill>
                  <a:srgbClr val="000000"/>
                </a:solidFill>
              </a:rPr>
              <a:t>mimic</a:t>
            </a:r>
            <a:r>
              <a:rPr dirty="0" sz="4500" spc="-70">
                <a:solidFill>
                  <a:srgbClr val="000000"/>
                </a:solidFill>
              </a:rPr>
              <a:t> </a:t>
            </a:r>
            <a:r>
              <a:rPr dirty="0" sz="4500" spc="-430">
                <a:solidFill>
                  <a:srgbClr val="000000"/>
                </a:solidFill>
              </a:rPr>
              <a:t>human</a:t>
            </a:r>
            <a:r>
              <a:rPr dirty="0" sz="4500" spc="-70">
                <a:solidFill>
                  <a:srgbClr val="000000"/>
                </a:solidFill>
              </a:rPr>
              <a:t> </a:t>
            </a:r>
            <a:r>
              <a:rPr dirty="0" sz="4500" spc="-285">
                <a:solidFill>
                  <a:srgbClr val="000000"/>
                </a:solidFill>
              </a:rPr>
              <a:t>behavior.</a:t>
            </a:r>
            <a:endParaRPr sz="450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16700"/>
              </a:lnSpc>
              <a:spcBef>
                <a:spcPts val="95"/>
              </a:spcBef>
            </a:pPr>
            <a:r>
              <a:rPr dirty="0" spc="-290"/>
              <a:t>Machine</a:t>
            </a:r>
            <a:r>
              <a:rPr dirty="0" spc="-80"/>
              <a:t> </a:t>
            </a:r>
            <a:r>
              <a:rPr dirty="0" spc="-254"/>
              <a:t>Learning</a:t>
            </a:r>
            <a:r>
              <a:rPr dirty="0" spc="-75"/>
              <a:t> </a:t>
            </a:r>
            <a:r>
              <a:rPr dirty="0" spc="-300"/>
              <a:t>is</a:t>
            </a:r>
            <a:r>
              <a:rPr dirty="0" spc="-80"/>
              <a:t> </a:t>
            </a:r>
            <a:r>
              <a:rPr dirty="0" spc="-375"/>
              <a:t>a</a:t>
            </a:r>
            <a:r>
              <a:rPr dirty="0" spc="-75"/>
              <a:t> </a:t>
            </a:r>
            <a:r>
              <a:rPr dirty="0" spc="-220"/>
              <a:t>subset</a:t>
            </a:r>
            <a:r>
              <a:rPr dirty="0" spc="-75"/>
              <a:t> </a:t>
            </a:r>
            <a:r>
              <a:rPr dirty="0" spc="125"/>
              <a:t>of</a:t>
            </a:r>
            <a:r>
              <a:rPr dirty="0" spc="-80"/>
              <a:t> </a:t>
            </a:r>
            <a:r>
              <a:rPr dirty="0" spc="-390"/>
              <a:t>AI,</a:t>
            </a:r>
            <a:r>
              <a:rPr dirty="0" spc="-75"/>
              <a:t> </a:t>
            </a:r>
            <a:r>
              <a:rPr dirty="0" spc="-320"/>
              <a:t>and </a:t>
            </a:r>
            <a:r>
              <a:rPr dirty="0" spc="-270"/>
              <a:t>builds</a:t>
            </a:r>
            <a:r>
              <a:rPr dirty="0" spc="-95"/>
              <a:t> </a:t>
            </a:r>
            <a:r>
              <a:rPr dirty="0" spc="-375"/>
              <a:t>a</a:t>
            </a:r>
            <a:r>
              <a:rPr dirty="0" spc="-85"/>
              <a:t> </a:t>
            </a:r>
            <a:r>
              <a:rPr dirty="0" spc="-315"/>
              <a:t>model</a:t>
            </a:r>
            <a:r>
              <a:rPr dirty="0" spc="-85"/>
              <a:t> </a:t>
            </a:r>
            <a:r>
              <a:rPr dirty="0" spc="-280"/>
              <a:t>based</a:t>
            </a:r>
            <a:r>
              <a:rPr dirty="0" spc="-85"/>
              <a:t> </a:t>
            </a:r>
            <a:r>
              <a:rPr dirty="0" spc="-325"/>
              <a:t>on</a:t>
            </a:r>
            <a:r>
              <a:rPr dirty="0" spc="-85"/>
              <a:t> </a:t>
            </a:r>
            <a:r>
              <a:rPr dirty="0" spc="-200"/>
              <a:t>training</a:t>
            </a:r>
            <a:r>
              <a:rPr dirty="0" spc="-114"/>
              <a:t> </a:t>
            </a:r>
            <a:r>
              <a:rPr dirty="0" spc="-90"/>
              <a:t>data</a:t>
            </a:r>
            <a:r>
              <a:rPr dirty="0" spc="-125"/>
              <a:t> </a:t>
            </a:r>
            <a:r>
              <a:rPr dirty="0" spc="30"/>
              <a:t>to </a:t>
            </a:r>
            <a:r>
              <a:rPr dirty="0" spc="-380"/>
              <a:t>make</a:t>
            </a:r>
            <a:r>
              <a:rPr dirty="0" spc="-70"/>
              <a:t> </a:t>
            </a:r>
            <a:r>
              <a:rPr dirty="0" spc="-114"/>
              <a:t>predictions.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32696" y="7224630"/>
            <a:ext cx="8674100" cy="1625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673100">
              <a:lnSpc>
                <a:spcPct val="116700"/>
              </a:lnSpc>
              <a:spcBef>
                <a:spcPts val="95"/>
              </a:spcBef>
            </a:pPr>
            <a:r>
              <a:rPr dirty="0" sz="4500" spc="-365">
                <a:latin typeface="Arial MT"/>
                <a:cs typeface="Arial MT"/>
              </a:rPr>
              <a:t>Deep</a:t>
            </a:r>
            <a:r>
              <a:rPr dirty="0" sz="4500" spc="-80">
                <a:latin typeface="Arial MT"/>
                <a:cs typeface="Arial MT"/>
              </a:rPr>
              <a:t> </a:t>
            </a:r>
            <a:r>
              <a:rPr dirty="0" sz="4500" spc="-254">
                <a:latin typeface="Arial MT"/>
                <a:cs typeface="Arial MT"/>
              </a:rPr>
              <a:t>Learning</a:t>
            </a:r>
            <a:r>
              <a:rPr dirty="0" sz="4500" spc="-75">
                <a:latin typeface="Arial MT"/>
                <a:cs typeface="Arial MT"/>
              </a:rPr>
              <a:t> </a:t>
            </a:r>
            <a:r>
              <a:rPr dirty="0" sz="4500" spc="-300">
                <a:latin typeface="Arial MT"/>
                <a:cs typeface="Arial MT"/>
              </a:rPr>
              <a:t>is</a:t>
            </a:r>
            <a:r>
              <a:rPr dirty="0" sz="4500" spc="-75">
                <a:latin typeface="Arial MT"/>
                <a:cs typeface="Arial MT"/>
              </a:rPr>
              <a:t> </a:t>
            </a:r>
            <a:r>
              <a:rPr dirty="0" sz="4500" spc="-375">
                <a:latin typeface="Arial MT"/>
                <a:cs typeface="Arial MT"/>
              </a:rPr>
              <a:t>a</a:t>
            </a:r>
            <a:r>
              <a:rPr dirty="0" sz="4500" spc="-75">
                <a:latin typeface="Arial MT"/>
                <a:cs typeface="Arial MT"/>
              </a:rPr>
              <a:t> </a:t>
            </a:r>
            <a:r>
              <a:rPr dirty="0" sz="4500" spc="-220">
                <a:latin typeface="Arial MT"/>
                <a:cs typeface="Arial MT"/>
              </a:rPr>
              <a:t>subset</a:t>
            </a:r>
            <a:r>
              <a:rPr dirty="0" sz="4500" spc="-80">
                <a:latin typeface="Arial MT"/>
                <a:cs typeface="Arial MT"/>
              </a:rPr>
              <a:t> </a:t>
            </a:r>
            <a:r>
              <a:rPr dirty="0" sz="4500" spc="125">
                <a:latin typeface="Arial MT"/>
                <a:cs typeface="Arial MT"/>
              </a:rPr>
              <a:t>of</a:t>
            </a:r>
            <a:r>
              <a:rPr dirty="0" sz="4500" spc="-75">
                <a:latin typeface="Arial MT"/>
                <a:cs typeface="Arial MT"/>
              </a:rPr>
              <a:t> </a:t>
            </a:r>
            <a:r>
              <a:rPr dirty="0" sz="4500" spc="-25">
                <a:latin typeface="Arial MT"/>
                <a:cs typeface="Arial MT"/>
              </a:rPr>
              <a:t>ML </a:t>
            </a:r>
            <a:r>
              <a:rPr dirty="0" sz="4500" spc="-250">
                <a:latin typeface="Arial MT"/>
                <a:cs typeface="Arial MT"/>
              </a:rPr>
              <a:t>algorithms</a:t>
            </a:r>
            <a:r>
              <a:rPr dirty="0" sz="4500" spc="-55">
                <a:latin typeface="Arial MT"/>
                <a:cs typeface="Arial MT"/>
              </a:rPr>
              <a:t> </a:t>
            </a:r>
            <a:r>
              <a:rPr dirty="0" sz="4500" spc="55">
                <a:latin typeface="Arial MT"/>
                <a:cs typeface="Arial MT"/>
              </a:rPr>
              <a:t>to</a:t>
            </a:r>
            <a:r>
              <a:rPr dirty="0" sz="4500" spc="-55">
                <a:latin typeface="Arial MT"/>
                <a:cs typeface="Arial MT"/>
              </a:rPr>
              <a:t> </a:t>
            </a:r>
            <a:r>
              <a:rPr dirty="0" sz="4500" spc="-265">
                <a:latin typeface="Arial MT"/>
                <a:cs typeface="Arial MT"/>
              </a:rPr>
              <a:t>solve</a:t>
            </a:r>
            <a:r>
              <a:rPr dirty="0" sz="4500" spc="-55">
                <a:latin typeface="Arial MT"/>
                <a:cs typeface="Arial MT"/>
              </a:rPr>
              <a:t> </a:t>
            </a:r>
            <a:r>
              <a:rPr dirty="0" sz="4500" spc="-254">
                <a:latin typeface="Arial MT"/>
                <a:cs typeface="Arial MT"/>
              </a:rPr>
              <a:t>complex</a:t>
            </a:r>
            <a:r>
              <a:rPr dirty="0" sz="4500" spc="-55">
                <a:latin typeface="Arial MT"/>
                <a:cs typeface="Arial MT"/>
              </a:rPr>
              <a:t> </a:t>
            </a:r>
            <a:r>
              <a:rPr dirty="0" sz="4500" spc="-330">
                <a:latin typeface="Arial MT"/>
                <a:cs typeface="Arial MT"/>
              </a:rPr>
              <a:t>problems.</a:t>
            </a:r>
            <a:endParaRPr sz="45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823085" cy="10287000"/>
          </a:xfrm>
          <a:custGeom>
            <a:avLst/>
            <a:gdLst/>
            <a:ahLst/>
            <a:cxnLst/>
            <a:rect l="l" t="t" r="r" b="b"/>
            <a:pathLst>
              <a:path w="1823085" h="10287000">
                <a:moveTo>
                  <a:pt x="1822601" y="0"/>
                </a:moveTo>
                <a:lnTo>
                  <a:pt x="1822601" y="10286999"/>
                </a:lnTo>
                <a:lnTo>
                  <a:pt x="0" y="10286999"/>
                </a:lnTo>
                <a:lnTo>
                  <a:pt x="0" y="0"/>
                </a:lnTo>
                <a:lnTo>
                  <a:pt x="1822601" y="0"/>
                </a:lnTo>
                <a:close/>
              </a:path>
            </a:pathLst>
          </a:custGeom>
          <a:solidFill>
            <a:srgbClr val="003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4127822" y="1415402"/>
            <a:ext cx="2571115" cy="231140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dirty="0" sz="2600" spc="-425" b="1">
                <a:latin typeface="Tahoma"/>
                <a:cs typeface="Tahoma"/>
              </a:rPr>
              <a:t>AI</a:t>
            </a:r>
            <a:endParaRPr sz="2600">
              <a:latin typeface="Tahoma"/>
              <a:cs typeface="Tahoma"/>
            </a:endParaRPr>
          </a:p>
          <a:p>
            <a:pPr algn="ctr" marL="12065" marR="5080">
              <a:lnSpc>
                <a:spcPct val="115399"/>
              </a:lnSpc>
            </a:pPr>
            <a:r>
              <a:rPr dirty="0" sz="2600" spc="-65">
                <a:latin typeface="Tahoma"/>
                <a:cs typeface="Tahoma"/>
              </a:rPr>
              <a:t>Reactive</a:t>
            </a:r>
            <a:r>
              <a:rPr dirty="0" sz="2600" spc="-254">
                <a:latin typeface="Tahoma"/>
                <a:cs typeface="Tahoma"/>
              </a:rPr>
              <a:t> </a:t>
            </a:r>
            <a:r>
              <a:rPr dirty="0" sz="2600" spc="-45">
                <a:latin typeface="Tahoma"/>
                <a:cs typeface="Tahoma"/>
              </a:rPr>
              <a:t>Machines </a:t>
            </a:r>
            <a:r>
              <a:rPr dirty="0" sz="2600" spc="-25">
                <a:latin typeface="Tahoma"/>
                <a:cs typeface="Tahoma"/>
              </a:rPr>
              <a:t>Limited</a:t>
            </a:r>
            <a:r>
              <a:rPr dirty="0" sz="2600" spc="-229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Memory </a:t>
            </a:r>
            <a:r>
              <a:rPr dirty="0" sz="2600" spc="-75">
                <a:latin typeface="Tahoma"/>
                <a:cs typeface="Tahoma"/>
              </a:rPr>
              <a:t>Theory</a:t>
            </a:r>
            <a:r>
              <a:rPr dirty="0" sz="2600" spc="-270">
                <a:latin typeface="Tahoma"/>
                <a:cs typeface="Tahoma"/>
              </a:rPr>
              <a:t> </a:t>
            </a:r>
            <a:r>
              <a:rPr dirty="0" sz="2600" spc="-50">
                <a:latin typeface="Tahoma"/>
                <a:cs typeface="Tahoma"/>
              </a:rPr>
              <a:t>of</a:t>
            </a:r>
            <a:r>
              <a:rPr dirty="0" sz="2600" spc="-270">
                <a:latin typeface="Tahoma"/>
                <a:cs typeface="Tahoma"/>
              </a:rPr>
              <a:t> </a:t>
            </a:r>
            <a:r>
              <a:rPr dirty="0" sz="2600" spc="-20">
                <a:latin typeface="Tahoma"/>
                <a:cs typeface="Tahoma"/>
              </a:rPr>
              <a:t>Mind </a:t>
            </a:r>
            <a:r>
              <a:rPr dirty="0" sz="2600" spc="-50">
                <a:latin typeface="Tahoma"/>
                <a:cs typeface="Tahoma"/>
              </a:rPr>
              <a:t>Self</a:t>
            </a:r>
            <a:r>
              <a:rPr dirty="0" sz="2600" spc="-27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awareness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37149" y="4158602"/>
            <a:ext cx="3352800" cy="185420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dirty="0" sz="2600" spc="-280" b="1">
                <a:latin typeface="Tahoma"/>
                <a:cs typeface="Tahoma"/>
              </a:rPr>
              <a:t>ML</a:t>
            </a:r>
            <a:endParaRPr sz="2600">
              <a:latin typeface="Tahoma"/>
              <a:cs typeface="Tahoma"/>
            </a:endParaRPr>
          </a:p>
          <a:p>
            <a:pPr algn="ctr" marL="12700" marR="5080" indent="-66040">
              <a:lnSpc>
                <a:spcPct val="115399"/>
              </a:lnSpc>
            </a:pPr>
            <a:r>
              <a:rPr dirty="0" sz="2600" spc="-55">
                <a:latin typeface="Tahoma"/>
                <a:cs typeface="Tahoma"/>
              </a:rPr>
              <a:t>Supervised</a:t>
            </a:r>
            <a:r>
              <a:rPr dirty="0" sz="2600" spc="-24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Learning </a:t>
            </a:r>
            <a:r>
              <a:rPr dirty="0" sz="2600" spc="-55">
                <a:latin typeface="Tahoma"/>
                <a:cs typeface="Tahoma"/>
              </a:rPr>
              <a:t>Unsupervised</a:t>
            </a:r>
            <a:r>
              <a:rPr dirty="0" sz="2600" spc="-22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Learning </a:t>
            </a:r>
            <a:r>
              <a:rPr dirty="0" sz="2600" spc="-60">
                <a:latin typeface="Tahoma"/>
                <a:cs typeface="Tahoma"/>
              </a:rPr>
              <a:t>Reinforcement</a:t>
            </a:r>
            <a:r>
              <a:rPr dirty="0" sz="2600" spc="-175">
                <a:latin typeface="Tahoma"/>
                <a:cs typeface="Tahoma"/>
              </a:rPr>
              <a:t> </a:t>
            </a:r>
            <a:r>
              <a:rPr dirty="0" sz="2600" spc="-35">
                <a:latin typeface="Tahoma"/>
                <a:cs typeface="Tahoma"/>
              </a:rPr>
              <a:t>Learning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18483" y="6444601"/>
            <a:ext cx="4389755" cy="231140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dirty="0" sz="2600" spc="-25" b="1">
                <a:latin typeface="Tahoma"/>
                <a:cs typeface="Tahoma"/>
              </a:rPr>
              <a:t>DL</a:t>
            </a:r>
            <a:endParaRPr sz="2600">
              <a:latin typeface="Tahoma"/>
              <a:cs typeface="Tahoma"/>
            </a:endParaRPr>
          </a:p>
          <a:p>
            <a:pPr algn="ctr" marL="12700" marR="5080">
              <a:lnSpc>
                <a:spcPct val="115399"/>
              </a:lnSpc>
            </a:pPr>
            <a:r>
              <a:rPr dirty="0" sz="2600" spc="-30">
                <a:latin typeface="Tahoma"/>
                <a:cs typeface="Tahoma"/>
              </a:rPr>
              <a:t>Convolutional</a:t>
            </a:r>
            <a:r>
              <a:rPr dirty="0" sz="2600" spc="-215">
                <a:latin typeface="Tahoma"/>
                <a:cs typeface="Tahoma"/>
              </a:rPr>
              <a:t> </a:t>
            </a:r>
            <a:r>
              <a:rPr dirty="0" sz="2600" spc="-50">
                <a:latin typeface="Tahoma"/>
                <a:cs typeface="Tahoma"/>
              </a:rPr>
              <a:t>Neural</a:t>
            </a:r>
            <a:r>
              <a:rPr dirty="0" sz="2600" spc="-21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Networks </a:t>
            </a:r>
            <a:r>
              <a:rPr dirty="0" sz="2600" spc="-65">
                <a:latin typeface="Tahoma"/>
                <a:cs typeface="Tahoma"/>
              </a:rPr>
              <a:t>Recurrent</a:t>
            </a:r>
            <a:r>
              <a:rPr dirty="0" sz="2600" spc="-240">
                <a:latin typeface="Tahoma"/>
                <a:cs typeface="Tahoma"/>
              </a:rPr>
              <a:t> </a:t>
            </a:r>
            <a:r>
              <a:rPr dirty="0" sz="2600" spc="-50">
                <a:latin typeface="Tahoma"/>
                <a:cs typeface="Tahoma"/>
              </a:rPr>
              <a:t>Neural</a:t>
            </a:r>
            <a:r>
              <a:rPr dirty="0" sz="2600" spc="-24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Network </a:t>
            </a:r>
            <a:r>
              <a:rPr dirty="0" sz="2600" spc="-70">
                <a:latin typeface="Tahoma"/>
                <a:cs typeface="Tahoma"/>
              </a:rPr>
              <a:t>Generative</a:t>
            </a:r>
            <a:r>
              <a:rPr dirty="0" sz="2600" spc="-220">
                <a:latin typeface="Tahoma"/>
                <a:cs typeface="Tahoma"/>
              </a:rPr>
              <a:t> </a:t>
            </a:r>
            <a:r>
              <a:rPr dirty="0" sz="2600" spc="-55">
                <a:latin typeface="Tahoma"/>
                <a:cs typeface="Tahoma"/>
              </a:rPr>
              <a:t>Adversarial</a:t>
            </a:r>
            <a:r>
              <a:rPr dirty="0" sz="2600" spc="-220">
                <a:latin typeface="Tahoma"/>
                <a:cs typeface="Tahoma"/>
              </a:rPr>
              <a:t> </a:t>
            </a:r>
            <a:r>
              <a:rPr dirty="0" sz="2600" spc="-20">
                <a:latin typeface="Tahoma"/>
                <a:cs typeface="Tahoma"/>
              </a:rPr>
              <a:t>Network </a:t>
            </a:r>
            <a:r>
              <a:rPr dirty="0" sz="2600" spc="-95">
                <a:latin typeface="Tahoma"/>
                <a:cs typeface="Tahoma"/>
              </a:rPr>
              <a:t>Deep</a:t>
            </a:r>
            <a:r>
              <a:rPr dirty="0" sz="2600" spc="-265">
                <a:latin typeface="Tahoma"/>
                <a:cs typeface="Tahoma"/>
              </a:rPr>
              <a:t> </a:t>
            </a:r>
            <a:r>
              <a:rPr dirty="0" sz="2600" spc="-35">
                <a:latin typeface="Tahoma"/>
                <a:cs typeface="Tahoma"/>
              </a:rPr>
              <a:t>Belief</a:t>
            </a:r>
            <a:r>
              <a:rPr dirty="0" sz="2600" spc="-26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Network</a:t>
            </a:r>
            <a:endParaRPr sz="26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49271" y="921886"/>
            <a:ext cx="9462135" cy="8186420"/>
            <a:chOff x="3149271" y="921886"/>
            <a:chExt cx="9462135" cy="8186420"/>
          </a:xfrm>
        </p:grpSpPr>
        <p:sp>
          <p:nvSpPr>
            <p:cNvPr id="12" name="object 12"/>
            <p:cNvSpPr/>
            <p:nvPr/>
          </p:nvSpPr>
          <p:spPr>
            <a:xfrm>
              <a:off x="3454448" y="3567399"/>
              <a:ext cx="6492240" cy="0"/>
            </a:xfrm>
            <a:custGeom>
              <a:avLst/>
              <a:gdLst/>
              <a:ahLst/>
              <a:cxnLst/>
              <a:rect l="l" t="t" r="r" b="b"/>
              <a:pathLst>
                <a:path w="6492240" h="0">
                  <a:moveTo>
                    <a:pt x="0" y="0"/>
                  </a:moveTo>
                  <a:lnTo>
                    <a:pt x="6492239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149271" y="6770315"/>
              <a:ext cx="6492240" cy="0"/>
            </a:xfrm>
            <a:custGeom>
              <a:avLst/>
              <a:gdLst/>
              <a:ahLst/>
              <a:cxnLst/>
              <a:rect l="l" t="t" r="r" b="b"/>
              <a:pathLst>
                <a:path w="6492240" h="0">
                  <a:moveTo>
                    <a:pt x="0" y="0"/>
                  </a:moveTo>
                  <a:lnTo>
                    <a:pt x="6492239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2592200" y="921886"/>
              <a:ext cx="0" cy="8186420"/>
            </a:xfrm>
            <a:custGeom>
              <a:avLst/>
              <a:gdLst/>
              <a:ahLst/>
              <a:cxnLst/>
              <a:rect l="l" t="t" r="r" b="b"/>
              <a:pathLst>
                <a:path w="0" h="8186420">
                  <a:moveTo>
                    <a:pt x="0" y="8185815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70068" y="0"/>
              <a:ext cx="9217930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8786736"/>
              <a:ext cx="18288000" cy="1500505"/>
            </a:xfrm>
            <a:custGeom>
              <a:avLst/>
              <a:gdLst/>
              <a:ahLst/>
              <a:cxnLst/>
              <a:rect l="l" t="t" r="r" b="b"/>
              <a:pathLst>
                <a:path w="18288000" h="1500504">
                  <a:moveTo>
                    <a:pt x="18288000" y="1500263"/>
                  </a:moveTo>
                  <a:lnTo>
                    <a:pt x="0" y="1500263"/>
                  </a:lnTo>
                  <a:lnTo>
                    <a:pt x="0" y="0"/>
                  </a:lnTo>
                  <a:lnTo>
                    <a:pt x="18183643" y="0"/>
                  </a:lnTo>
                  <a:lnTo>
                    <a:pt x="18231656" y="2377"/>
                  </a:lnTo>
                  <a:lnTo>
                    <a:pt x="18278856" y="9420"/>
                  </a:lnTo>
                  <a:lnTo>
                    <a:pt x="18288000" y="11718"/>
                  </a:lnTo>
                  <a:lnTo>
                    <a:pt x="18288000" y="1500263"/>
                  </a:lnTo>
                  <a:close/>
                </a:path>
              </a:pathLst>
            </a:custGeom>
            <a:solidFill>
              <a:srgbClr val="00312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76690" y="228568"/>
            <a:ext cx="9534525" cy="10623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800" spc="-280"/>
              <a:t>Types</a:t>
            </a:r>
            <a:r>
              <a:rPr dirty="0" sz="6800" spc="-114"/>
              <a:t> </a:t>
            </a:r>
            <a:r>
              <a:rPr dirty="0" sz="6800" spc="165"/>
              <a:t>of</a:t>
            </a:r>
            <a:r>
              <a:rPr dirty="0" sz="6800" spc="-114"/>
              <a:t> </a:t>
            </a:r>
            <a:r>
              <a:rPr dirty="0" sz="6800" spc="-455"/>
              <a:t>Machine</a:t>
            </a:r>
            <a:r>
              <a:rPr dirty="0" sz="6800" spc="-114"/>
              <a:t> </a:t>
            </a:r>
            <a:r>
              <a:rPr dirty="0" sz="6800" spc="-405"/>
              <a:t>Learning</a:t>
            </a:r>
            <a:endParaRPr sz="6800"/>
          </a:p>
        </p:txBody>
      </p:sp>
      <p:sp>
        <p:nvSpPr>
          <p:cNvPr id="6" name="object 6"/>
          <p:cNvSpPr txBox="1"/>
          <p:nvPr/>
        </p:nvSpPr>
        <p:spPr>
          <a:xfrm>
            <a:off x="6829635" y="1588468"/>
            <a:ext cx="406400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290">
                <a:latin typeface="Arial MT"/>
                <a:cs typeface="Arial MT"/>
              </a:rPr>
              <a:t>Machine</a:t>
            </a:r>
            <a:r>
              <a:rPr dirty="0" sz="4500" spc="-75">
                <a:latin typeface="Arial MT"/>
                <a:cs typeface="Arial MT"/>
              </a:rPr>
              <a:t> </a:t>
            </a:r>
            <a:r>
              <a:rPr dirty="0" sz="4500" spc="-265">
                <a:latin typeface="Arial MT"/>
                <a:cs typeface="Arial MT"/>
              </a:rPr>
              <a:t>Learning</a:t>
            </a:r>
            <a:endParaRPr sz="45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4922" y="3467910"/>
            <a:ext cx="252603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305">
                <a:latin typeface="Arial MT"/>
                <a:cs typeface="Arial MT"/>
              </a:rPr>
              <a:t>Supervised</a:t>
            </a:r>
            <a:endParaRPr sz="45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81576" y="3573386"/>
            <a:ext cx="307149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315">
                <a:latin typeface="Arial MT"/>
                <a:cs typeface="Arial MT"/>
              </a:rPr>
              <a:t>Unsupervised</a:t>
            </a:r>
            <a:endParaRPr sz="45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39349" y="3467910"/>
            <a:ext cx="354012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330">
                <a:latin typeface="Arial MT"/>
                <a:cs typeface="Arial MT"/>
              </a:rPr>
              <a:t>Semisupervised</a:t>
            </a:r>
            <a:endParaRPr sz="4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510242" y="3467910"/>
            <a:ext cx="341058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204">
                <a:latin typeface="Arial MT"/>
                <a:cs typeface="Arial MT"/>
              </a:rPr>
              <a:t>Reinforcement</a:t>
            </a:r>
            <a:endParaRPr sz="45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47241" y="5485947"/>
            <a:ext cx="152400" cy="952500"/>
            <a:chOff x="747241" y="5485947"/>
            <a:chExt cx="152400" cy="95250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7241" y="5485947"/>
              <a:ext cx="152400" cy="1523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7241" y="6286047"/>
              <a:ext cx="152400" cy="15239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106016" y="5016047"/>
            <a:ext cx="3064510" cy="1625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dirty="0" sz="4500" spc="-345">
                <a:latin typeface="Arial MT"/>
                <a:cs typeface="Arial MT"/>
              </a:rPr>
              <a:t>Regression </a:t>
            </a:r>
            <a:r>
              <a:rPr dirty="0" sz="4500" spc="-195">
                <a:latin typeface="Arial MT"/>
                <a:cs typeface="Arial MT"/>
              </a:rPr>
              <a:t>Classification</a:t>
            </a:r>
            <a:endParaRPr sz="45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688718" y="5424392"/>
            <a:ext cx="152400" cy="2552700"/>
            <a:chOff x="4688718" y="5424392"/>
            <a:chExt cx="152400" cy="255270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88718" y="5424392"/>
              <a:ext cx="152400" cy="1523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88718" y="6224492"/>
              <a:ext cx="152400" cy="1523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88718" y="7024592"/>
              <a:ext cx="152400" cy="1523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88718" y="7824692"/>
              <a:ext cx="152400" cy="15239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047493" y="4954492"/>
            <a:ext cx="5721985" cy="322580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4500" spc="-265">
                <a:latin typeface="Arial MT"/>
                <a:cs typeface="Arial MT"/>
              </a:rPr>
              <a:t>Clustering</a:t>
            </a:r>
            <a:endParaRPr sz="4500">
              <a:latin typeface="Arial MT"/>
              <a:cs typeface="Arial MT"/>
            </a:endParaRPr>
          </a:p>
          <a:p>
            <a:pPr marL="12700" marR="5080">
              <a:lnSpc>
                <a:spcPts val="6300"/>
              </a:lnSpc>
              <a:spcBef>
                <a:spcPts val="160"/>
              </a:spcBef>
            </a:pPr>
            <a:r>
              <a:rPr dirty="0" sz="4500" spc="-280">
                <a:latin typeface="Arial MT"/>
                <a:cs typeface="Arial MT"/>
              </a:rPr>
              <a:t>Dimensionality</a:t>
            </a:r>
            <a:r>
              <a:rPr dirty="0" sz="4500" spc="-70">
                <a:latin typeface="Arial MT"/>
                <a:cs typeface="Arial MT"/>
              </a:rPr>
              <a:t> </a:t>
            </a:r>
            <a:r>
              <a:rPr dirty="0" sz="4500" spc="-225">
                <a:latin typeface="Arial MT"/>
                <a:cs typeface="Arial MT"/>
              </a:rPr>
              <a:t>Reduction </a:t>
            </a:r>
            <a:r>
              <a:rPr dirty="0" sz="4500" spc="-310">
                <a:latin typeface="Arial MT"/>
                <a:cs typeface="Arial MT"/>
              </a:rPr>
              <a:t>Anamoly</a:t>
            </a:r>
            <a:r>
              <a:rPr dirty="0" sz="4500" spc="-55">
                <a:latin typeface="Arial MT"/>
                <a:cs typeface="Arial MT"/>
              </a:rPr>
              <a:t> </a:t>
            </a:r>
            <a:r>
              <a:rPr dirty="0" sz="4500" spc="-30">
                <a:latin typeface="Arial MT"/>
                <a:cs typeface="Arial MT"/>
              </a:rPr>
              <a:t>Detection </a:t>
            </a:r>
            <a:r>
              <a:rPr dirty="0" sz="4500" spc="-204">
                <a:latin typeface="Arial MT"/>
                <a:cs typeface="Arial MT"/>
              </a:rPr>
              <a:t>Association</a:t>
            </a:r>
            <a:r>
              <a:rPr dirty="0" sz="4500" spc="-70">
                <a:latin typeface="Arial MT"/>
                <a:cs typeface="Arial MT"/>
              </a:rPr>
              <a:t> </a:t>
            </a:r>
            <a:r>
              <a:rPr dirty="0" sz="4500" spc="-450">
                <a:latin typeface="Arial MT"/>
                <a:cs typeface="Arial MT"/>
              </a:rPr>
              <a:t>Rule</a:t>
            </a:r>
            <a:endParaRPr sz="45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031120" y="2344073"/>
            <a:ext cx="15222855" cy="2856230"/>
            <a:chOff x="1031120" y="2344073"/>
            <a:chExt cx="15222855" cy="2856230"/>
          </a:xfrm>
        </p:grpSpPr>
        <p:sp>
          <p:nvSpPr>
            <p:cNvPr id="22" name="object 22"/>
            <p:cNvSpPr/>
            <p:nvPr/>
          </p:nvSpPr>
          <p:spPr>
            <a:xfrm>
              <a:off x="2189355" y="2862873"/>
              <a:ext cx="14026515" cy="0"/>
            </a:xfrm>
            <a:custGeom>
              <a:avLst/>
              <a:gdLst/>
              <a:ahLst/>
              <a:cxnLst/>
              <a:rect l="l" t="t" r="r" b="b"/>
              <a:pathLst>
                <a:path w="14026515" h="0">
                  <a:moveTo>
                    <a:pt x="0" y="0"/>
                  </a:moveTo>
                  <a:lnTo>
                    <a:pt x="14026249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916753" y="2344073"/>
              <a:ext cx="0" cy="518795"/>
            </a:xfrm>
            <a:custGeom>
              <a:avLst/>
              <a:gdLst/>
              <a:ahLst/>
              <a:cxnLst/>
              <a:rect l="l" t="t" r="r" b="b"/>
              <a:pathLst>
                <a:path w="0" h="518794">
                  <a:moveTo>
                    <a:pt x="0" y="518754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208361" y="2862829"/>
              <a:ext cx="0" cy="518795"/>
            </a:xfrm>
            <a:custGeom>
              <a:avLst/>
              <a:gdLst/>
              <a:ahLst/>
              <a:cxnLst/>
              <a:rect l="l" t="t" r="r" b="b"/>
              <a:pathLst>
                <a:path w="0" h="518795">
                  <a:moveTo>
                    <a:pt x="0" y="518754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972447" y="2862829"/>
              <a:ext cx="0" cy="518795"/>
            </a:xfrm>
            <a:custGeom>
              <a:avLst/>
              <a:gdLst/>
              <a:ahLst/>
              <a:cxnLst/>
              <a:rect l="l" t="t" r="r" b="b"/>
              <a:pathLst>
                <a:path w="0" h="518795">
                  <a:moveTo>
                    <a:pt x="0" y="518754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1728310" y="2862829"/>
              <a:ext cx="0" cy="518795"/>
            </a:xfrm>
            <a:custGeom>
              <a:avLst/>
              <a:gdLst/>
              <a:ahLst/>
              <a:cxnLst/>
              <a:rect l="l" t="t" r="r" b="b"/>
              <a:pathLst>
                <a:path w="0" h="518795">
                  <a:moveTo>
                    <a:pt x="0" y="518754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6234612" y="2862829"/>
              <a:ext cx="0" cy="518795"/>
            </a:xfrm>
            <a:custGeom>
              <a:avLst/>
              <a:gdLst/>
              <a:ahLst/>
              <a:cxnLst/>
              <a:rect l="l" t="t" r="r" b="b"/>
              <a:pathLst>
                <a:path w="0" h="518795">
                  <a:moveTo>
                    <a:pt x="0" y="518754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031120" y="4607142"/>
              <a:ext cx="3057525" cy="0"/>
            </a:xfrm>
            <a:custGeom>
              <a:avLst/>
              <a:gdLst/>
              <a:ahLst/>
              <a:cxnLst/>
              <a:rect l="l" t="t" r="r" b="b"/>
              <a:pathLst>
                <a:path w="3057525" h="0">
                  <a:moveTo>
                    <a:pt x="0" y="0"/>
                  </a:moveTo>
                  <a:lnTo>
                    <a:pt x="3057523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101492" y="4681442"/>
              <a:ext cx="3057525" cy="0"/>
            </a:xfrm>
            <a:custGeom>
              <a:avLst/>
              <a:gdLst/>
              <a:ahLst/>
              <a:cxnLst/>
              <a:rect l="l" t="t" r="r" b="b"/>
              <a:pathLst>
                <a:path w="3057525" h="0">
                  <a:moveTo>
                    <a:pt x="0" y="0"/>
                  </a:moveTo>
                  <a:lnTo>
                    <a:pt x="3057523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161659" y="4626147"/>
              <a:ext cx="0" cy="518795"/>
            </a:xfrm>
            <a:custGeom>
              <a:avLst/>
              <a:gdLst/>
              <a:ahLst/>
              <a:cxnLst/>
              <a:rect l="l" t="t" r="r" b="b"/>
              <a:pathLst>
                <a:path w="0" h="518795">
                  <a:moveTo>
                    <a:pt x="0" y="518754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314205" y="4681397"/>
              <a:ext cx="0" cy="518795"/>
            </a:xfrm>
            <a:custGeom>
              <a:avLst/>
              <a:gdLst/>
              <a:ahLst/>
              <a:cxnLst/>
              <a:rect l="l" t="t" r="r" b="b"/>
              <a:pathLst>
                <a:path w="0" h="518795">
                  <a:moveTo>
                    <a:pt x="0" y="518754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86333" y="488981"/>
            <a:ext cx="9311640" cy="90931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800" spc="-380"/>
              <a:t>Supervised</a:t>
            </a:r>
            <a:r>
              <a:rPr dirty="0" sz="5800" spc="-95"/>
              <a:t> </a:t>
            </a:r>
            <a:r>
              <a:rPr dirty="0" sz="5800" spc="-330"/>
              <a:t>Learning</a:t>
            </a:r>
            <a:r>
              <a:rPr dirty="0" sz="5800" spc="-90"/>
              <a:t> </a:t>
            </a:r>
            <a:r>
              <a:rPr dirty="0" sz="5800" spc="-300"/>
              <a:t>Algorithms</a:t>
            </a:r>
            <a:endParaRPr sz="5800"/>
          </a:p>
        </p:txBody>
      </p:sp>
      <p:grpSp>
        <p:nvGrpSpPr>
          <p:cNvPr id="3" name="object 3"/>
          <p:cNvGrpSpPr/>
          <p:nvPr/>
        </p:nvGrpSpPr>
        <p:grpSpPr>
          <a:xfrm>
            <a:off x="2081442" y="4115841"/>
            <a:ext cx="142875" cy="3038475"/>
            <a:chOff x="2081442" y="4115841"/>
            <a:chExt cx="142875" cy="30384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81442" y="4115841"/>
              <a:ext cx="142875" cy="1428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81442" y="4839740"/>
              <a:ext cx="142875" cy="1428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81442" y="5563640"/>
              <a:ext cx="142875" cy="1428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81442" y="6287540"/>
              <a:ext cx="142875" cy="1428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81442" y="7011440"/>
              <a:ext cx="142875" cy="142874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R="810260">
              <a:lnSpc>
                <a:spcPct val="100000"/>
              </a:lnSpc>
              <a:spcBef>
                <a:spcPts val="100"/>
              </a:spcBef>
            </a:pPr>
            <a:r>
              <a:rPr dirty="0" spc="-125"/>
              <a:t>Classification</a:t>
            </a:r>
          </a:p>
          <a:p>
            <a:pPr>
              <a:lnSpc>
                <a:spcPct val="100000"/>
              </a:lnSpc>
              <a:spcBef>
                <a:spcPts val="2885"/>
              </a:spcBef>
            </a:p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4100" spc="-270"/>
              <a:t>Decision</a:t>
            </a:r>
            <a:r>
              <a:rPr dirty="0" sz="4100" spc="-65"/>
              <a:t> </a:t>
            </a:r>
            <a:r>
              <a:rPr dirty="0" sz="4100" spc="-20"/>
              <a:t>Trees</a:t>
            </a:r>
            <a:endParaRPr sz="4100"/>
          </a:p>
          <a:p>
            <a:pPr marL="12700" marR="5080">
              <a:lnSpc>
                <a:spcPts val="5700"/>
              </a:lnSpc>
              <a:spcBef>
                <a:spcPts val="320"/>
              </a:spcBef>
            </a:pPr>
            <a:r>
              <a:rPr dirty="0" sz="4100" spc="-204"/>
              <a:t>Support</a:t>
            </a:r>
            <a:r>
              <a:rPr dirty="0" sz="4100" spc="-80"/>
              <a:t> </a:t>
            </a:r>
            <a:r>
              <a:rPr dirty="0" sz="4100" spc="-35"/>
              <a:t>Vector</a:t>
            </a:r>
            <a:r>
              <a:rPr dirty="0" sz="4100" spc="-235"/>
              <a:t> </a:t>
            </a:r>
            <a:r>
              <a:rPr dirty="0" sz="4100" spc="-290"/>
              <a:t>Machines </a:t>
            </a:r>
            <a:r>
              <a:rPr dirty="0" sz="4100" spc="-375"/>
              <a:t>Random</a:t>
            </a:r>
            <a:r>
              <a:rPr dirty="0" sz="4100" spc="-75"/>
              <a:t> </a:t>
            </a:r>
            <a:r>
              <a:rPr dirty="0" sz="4100" spc="-30"/>
              <a:t>Forest</a:t>
            </a:r>
            <a:endParaRPr sz="4100"/>
          </a:p>
          <a:p>
            <a:pPr marL="12700" marR="1052830">
              <a:lnSpc>
                <a:spcPts val="5700"/>
              </a:lnSpc>
            </a:pPr>
            <a:r>
              <a:rPr dirty="0" sz="4100" spc="-275"/>
              <a:t>K</a:t>
            </a:r>
            <a:r>
              <a:rPr dirty="0" sz="4100" spc="-65"/>
              <a:t> </a:t>
            </a:r>
            <a:r>
              <a:rPr dirty="0" sz="4100" spc="-215"/>
              <a:t>Nearest</a:t>
            </a:r>
            <a:r>
              <a:rPr dirty="0" sz="4100" spc="-60"/>
              <a:t> </a:t>
            </a:r>
            <a:r>
              <a:rPr dirty="0" sz="4100" spc="-285"/>
              <a:t>Neighbors </a:t>
            </a:r>
            <a:r>
              <a:rPr dirty="0" sz="4100" spc="-300"/>
              <a:t>Naive</a:t>
            </a:r>
            <a:r>
              <a:rPr dirty="0" sz="4100" spc="-55"/>
              <a:t> </a:t>
            </a:r>
            <a:r>
              <a:rPr dirty="0" sz="4100" spc="-320"/>
              <a:t>Bayes</a:t>
            </a:r>
            <a:endParaRPr sz="4100"/>
          </a:p>
        </p:txBody>
      </p:sp>
      <p:grpSp>
        <p:nvGrpSpPr>
          <p:cNvPr id="10" name="object 10"/>
          <p:cNvGrpSpPr/>
          <p:nvPr/>
        </p:nvGrpSpPr>
        <p:grpSpPr>
          <a:xfrm>
            <a:off x="10986872" y="4148861"/>
            <a:ext cx="152400" cy="2552700"/>
            <a:chOff x="10986872" y="4148861"/>
            <a:chExt cx="152400" cy="255270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86872" y="4148861"/>
              <a:ext cx="152400" cy="1523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86872" y="4948961"/>
              <a:ext cx="152400" cy="1523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86872" y="5749061"/>
              <a:ext cx="152400" cy="15239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86872" y="6549160"/>
              <a:ext cx="152400" cy="15239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1345647" y="2022638"/>
            <a:ext cx="4471035" cy="4882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2100">
              <a:lnSpc>
                <a:spcPct val="100000"/>
              </a:lnSpc>
              <a:spcBef>
                <a:spcPts val="100"/>
              </a:spcBef>
            </a:pPr>
            <a:r>
              <a:rPr dirty="0" sz="4500" spc="-345">
                <a:latin typeface="Arial MT"/>
                <a:cs typeface="Arial MT"/>
              </a:rPr>
              <a:t>Regression</a:t>
            </a:r>
            <a:endParaRPr sz="4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65"/>
              </a:spcBef>
            </a:pPr>
            <a:endParaRPr sz="4500">
              <a:latin typeface="Arial MT"/>
              <a:cs typeface="Arial MT"/>
            </a:endParaRPr>
          </a:p>
          <a:p>
            <a:pPr marL="12700" marR="5080">
              <a:lnSpc>
                <a:spcPct val="116700"/>
              </a:lnSpc>
            </a:pPr>
            <a:r>
              <a:rPr dirty="0" sz="4500" spc="-225">
                <a:latin typeface="Arial MT"/>
                <a:cs typeface="Arial MT"/>
              </a:rPr>
              <a:t>Linear</a:t>
            </a:r>
            <a:r>
              <a:rPr dirty="0" sz="4500" spc="-75">
                <a:latin typeface="Arial MT"/>
                <a:cs typeface="Arial MT"/>
              </a:rPr>
              <a:t> </a:t>
            </a:r>
            <a:r>
              <a:rPr dirty="0" sz="4500" spc="-345">
                <a:latin typeface="Arial MT"/>
                <a:cs typeface="Arial MT"/>
              </a:rPr>
              <a:t>Regression </a:t>
            </a:r>
            <a:r>
              <a:rPr dirty="0" sz="4500" spc="-110">
                <a:latin typeface="Arial MT"/>
                <a:cs typeface="Arial MT"/>
              </a:rPr>
              <a:t>Logistic</a:t>
            </a:r>
            <a:r>
              <a:rPr dirty="0" sz="4500" spc="-160">
                <a:latin typeface="Arial MT"/>
                <a:cs typeface="Arial MT"/>
              </a:rPr>
              <a:t> </a:t>
            </a:r>
            <a:r>
              <a:rPr dirty="0" sz="4500" spc="-345">
                <a:latin typeface="Arial MT"/>
                <a:cs typeface="Arial MT"/>
              </a:rPr>
              <a:t>Regression </a:t>
            </a:r>
            <a:r>
              <a:rPr dirty="0" sz="4500" spc="-265">
                <a:latin typeface="Arial MT"/>
                <a:cs typeface="Arial MT"/>
              </a:rPr>
              <a:t>Lasso</a:t>
            </a:r>
            <a:r>
              <a:rPr dirty="0" sz="4500" spc="-80">
                <a:latin typeface="Arial MT"/>
                <a:cs typeface="Arial MT"/>
              </a:rPr>
              <a:t> </a:t>
            </a:r>
            <a:r>
              <a:rPr dirty="0" sz="4500" spc="-345">
                <a:latin typeface="Arial MT"/>
                <a:cs typeface="Arial MT"/>
              </a:rPr>
              <a:t>Regression Ridge</a:t>
            </a:r>
            <a:r>
              <a:rPr dirty="0" sz="4500" spc="-65">
                <a:latin typeface="Arial MT"/>
                <a:cs typeface="Arial MT"/>
              </a:rPr>
              <a:t> </a:t>
            </a:r>
            <a:r>
              <a:rPr dirty="0" sz="4500" spc="-345">
                <a:latin typeface="Arial MT"/>
                <a:cs typeface="Arial MT"/>
              </a:rPr>
              <a:t>Regression</a:t>
            </a:r>
            <a:endParaRPr sz="45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668312" y="3283113"/>
            <a:ext cx="9181465" cy="574040"/>
            <a:chOff x="4668312" y="3283113"/>
            <a:chExt cx="9181465" cy="574040"/>
          </a:xfrm>
        </p:grpSpPr>
        <p:sp>
          <p:nvSpPr>
            <p:cNvPr id="17" name="object 17"/>
            <p:cNvSpPr/>
            <p:nvPr/>
          </p:nvSpPr>
          <p:spPr>
            <a:xfrm>
              <a:off x="4687362" y="3302163"/>
              <a:ext cx="9124315" cy="36195"/>
            </a:xfrm>
            <a:custGeom>
              <a:avLst/>
              <a:gdLst/>
              <a:ahLst/>
              <a:cxnLst/>
              <a:rect l="l" t="t" r="r" b="b"/>
              <a:pathLst>
                <a:path w="9124315" h="36195">
                  <a:moveTo>
                    <a:pt x="0" y="36200"/>
                  </a:moveTo>
                  <a:lnTo>
                    <a:pt x="9123886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706367" y="3338319"/>
              <a:ext cx="0" cy="518795"/>
            </a:xfrm>
            <a:custGeom>
              <a:avLst/>
              <a:gdLst/>
              <a:ahLst/>
              <a:cxnLst/>
              <a:rect l="l" t="t" r="r" b="b"/>
              <a:pathLst>
                <a:path w="0" h="518795">
                  <a:moveTo>
                    <a:pt x="0" y="518754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3830254" y="3302118"/>
              <a:ext cx="0" cy="518795"/>
            </a:xfrm>
            <a:custGeom>
              <a:avLst/>
              <a:gdLst/>
              <a:ahLst/>
              <a:cxnLst/>
              <a:rect l="l" t="t" r="r" b="b"/>
              <a:pathLst>
                <a:path w="0" h="518795">
                  <a:moveTo>
                    <a:pt x="0" y="518754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289324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70068" y="0"/>
              <a:ext cx="9217930" cy="10286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8277842"/>
              <a:ext cx="18288000" cy="2009775"/>
            </a:xfrm>
            <a:custGeom>
              <a:avLst/>
              <a:gdLst/>
              <a:ahLst/>
              <a:cxnLst/>
              <a:rect l="l" t="t" r="r" b="b"/>
              <a:pathLst>
                <a:path w="18288000" h="2009775">
                  <a:moveTo>
                    <a:pt x="18287999" y="2009157"/>
                  </a:moveTo>
                  <a:lnTo>
                    <a:pt x="0" y="2009157"/>
                  </a:lnTo>
                  <a:lnTo>
                    <a:pt x="0" y="0"/>
                  </a:lnTo>
                  <a:lnTo>
                    <a:pt x="18183642" y="0"/>
                  </a:lnTo>
                  <a:lnTo>
                    <a:pt x="18231655" y="2377"/>
                  </a:lnTo>
                  <a:lnTo>
                    <a:pt x="18278855" y="9420"/>
                  </a:lnTo>
                  <a:lnTo>
                    <a:pt x="18287999" y="11718"/>
                  </a:lnTo>
                  <a:lnTo>
                    <a:pt x="18287999" y="2009157"/>
                  </a:lnTo>
                  <a:close/>
                </a:path>
              </a:pathLst>
            </a:custGeom>
            <a:solidFill>
              <a:srgbClr val="00312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877279" y="139003"/>
            <a:ext cx="10013950" cy="90931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800" spc="-395"/>
              <a:t>Unsupervised</a:t>
            </a:r>
            <a:r>
              <a:rPr dirty="0" sz="5800" spc="-90"/>
              <a:t> </a:t>
            </a:r>
            <a:r>
              <a:rPr dirty="0" sz="5800" spc="-330"/>
              <a:t>Learning</a:t>
            </a:r>
            <a:r>
              <a:rPr dirty="0" sz="5800" spc="-90"/>
              <a:t> </a:t>
            </a:r>
            <a:r>
              <a:rPr dirty="0" sz="5800" spc="-300"/>
              <a:t>Algorithms</a:t>
            </a:r>
            <a:endParaRPr sz="5800"/>
          </a:p>
        </p:txBody>
      </p:sp>
      <p:grpSp>
        <p:nvGrpSpPr>
          <p:cNvPr id="7" name="object 7"/>
          <p:cNvGrpSpPr/>
          <p:nvPr/>
        </p:nvGrpSpPr>
        <p:grpSpPr>
          <a:xfrm>
            <a:off x="1237208" y="3732986"/>
            <a:ext cx="142875" cy="1590675"/>
            <a:chOff x="1237208" y="3732986"/>
            <a:chExt cx="142875" cy="159067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7208" y="3732986"/>
              <a:ext cx="142875" cy="1428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7208" y="4456886"/>
              <a:ext cx="142875" cy="1428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7208" y="5180786"/>
              <a:ext cx="142875" cy="14287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566664" y="3310063"/>
            <a:ext cx="6427470" cy="2197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4546600">
              <a:lnSpc>
                <a:spcPct val="115900"/>
              </a:lnSpc>
              <a:spcBef>
                <a:spcPts val="95"/>
              </a:spcBef>
            </a:pPr>
            <a:r>
              <a:rPr dirty="0" sz="4100" spc="-150">
                <a:latin typeface="Arial MT"/>
                <a:cs typeface="Arial MT"/>
              </a:rPr>
              <a:t>K-</a:t>
            </a:r>
            <a:r>
              <a:rPr dirty="0" sz="4100" spc="-345">
                <a:latin typeface="Arial MT"/>
                <a:cs typeface="Arial MT"/>
              </a:rPr>
              <a:t>Means </a:t>
            </a:r>
            <a:r>
              <a:rPr dirty="0" sz="4100" spc="-434">
                <a:latin typeface="Arial MT"/>
                <a:cs typeface="Arial MT"/>
              </a:rPr>
              <a:t>DBSCAN</a:t>
            </a:r>
            <a:endParaRPr sz="4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4100" spc="-229">
                <a:latin typeface="Arial MT"/>
                <a:cs typeface="Arial MT"/>
              </a:rPr>
              <a:t>Hierarchical</a:t>
            </a:r>
            <a:r>
              <a:rPr dirty="0" sz="4100" spc="-25">
                <a:latin typeface="Arial MT"/>
                <a:cs typeface="Arial MT"/>
              </a:rPr>
              <a:t> </a:t>
            </a:r>
            <a:r>
              <a:rPr dirty="0" sz="4100" spc="-180">
                <a:latin typeface="Arial MT"/>
                <a:cs typeface="Arial MT"/>
              </a:rPr>
              <a:t>clustering</a:t>
            </a:r>
            <a:r>
              <a:rPr dirty="0" sz="4100" spc="-25">
                <a:latin typeface="Arial MT"/>
                <a:cs typeface="Arial MT"/>
              </a:rPr>
              <a:t> </a:t>
            </a:r>
            <a:r>
              <a:rPr dirty="0" sz="4100" spc="-270">
                <a:latin typeface="Arial MT"/>
                <a:cs typeface="Arial MT"/>
              </a:rPr>
              <a:t>Analysis</a:t>
            </a:r>
            <a:endParaRPr sz="41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817616" y="3766006"/>
            <a:ext cx="152400" cy="2552700"/>
            <a:chOff x="8817616" y="3766006"/>
            <a:chExt cx="152400" cy="255270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17616" y="3766006"/>
              <a:ext cx="152400" cy="15239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17616" y="5366206"/>
              <a:ext cx="152400" cy="1523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17616" y="6166306"/>
              <a:ext cx="152400" cy="15239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9176391" y="3296106"/>
            <a:ext cx="4688205" cy="3225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dirty="0" sz="4500" spc="-275">
                <a:latin typeface="Arial MT"/>
                <a:cs typeface="Arial MT"/>
              </a:rPr>
              <a:t>Principle</a:t>
            </a:r>
            <a:r>
              <a:rPr dirty="0" sz="4500" spc="-70">
                <a:latin typeface="Arial MT"/>
                <a:cs typeface="Arial MT"/>
              </a:rPr>
              <a:t> </a:t>
            </a:r>
            <a:r>
              <a:rPr dirty="0" sz="4500" spc="-310">
                <a:latin typeface="Arial MT"/>
                <a:cs typeface="Arial MT"/>
              </a:rPr>
              <a:t>Component </a:t>
            </a:r>
            <a:r>
              <a:rPr dirty="0" sz="4500" spc="-290">
                <a:latin typeface="Arial MT"/>
                <a:cs typeface="Arial MT"/>
              </a:rPr>
              <a:t>Analysis</a:t>
            </a:r>
            <a:endParaRPr sz="4500">
              <a:latin typeface="Arial MT"/>
              <a:cs typeface="Arial MT"/>
            </a:endParaRPr>
          </a:p>
          <a:p>
            <a:pPr marL="12700" marR="2065020">
              <a:lnSpc>
                <a:spcPts val="6300"/>
              </a:lnSpc>
              <a:spcBef>
                <a:spcPts val="160"/>
              </a:spcBef>
            </a:pPr>
            <a:r>
              <a:rPr dirty="0" sz="4500" spc="-275">
                <a:latin typeface="Arial MT"/>
                <a:cs typeface="Arial MT"/>
              </a:rPr>
              <a:t>Kernel</a:t>
            </a:r>
            <a:r>
              <a:rPr dirty="0" sz="4500" spc="-65">
                <a:latin typeface="Arial MT"/>
                <a:cs typeface="Arial MT"/>
              </a:rPr>
              <a:t> </a:t>
            </a:r>
            <a:r>
              <a:rPr dirty="0" sz="4500" spc="-500">
                <a:latin typeface="Arial MT"/>
                <a:cs typeface="Arial MT"/>
              </a:rPr>
              <a:t>PCA </a:t>
            </a:r>
            <a:r>
              <a:rPr dirty="0" sz="4500" spc="185">
                <a:latin typeface="Arial MT"/>
                <a:cs typeface="Arial MT"/>
              </a:rPr>
              <a:t>t-</a:t>
            </a:r>
            <a:r>
              <a:rPr dirty="0" sz="4500" spc="-590">
                <a:latin typeface="Arial MT"/>
                <a:cs typeface="Arial MT"/>
              </a:rPr>
              <a:t>SNE</a:t>
            </a:r>
            <a:endParaRPr sz="45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174910" y="2374127"/>
            <a:ext cx="14189710" cy="2635250"/>
            <a:chOff x="2174910" y="2374127"/>
            <a:chExt cx="14189710" cy="2635250"/>
          </a:xfrm>
        </p:grpSpPr>
        <p:sp>
          <p:nvSpPr>
            <p:cNvPr id="18" name="object 18"/>
            <p:cNvSpPr/>
            <p:nvPr/>
          </p:nvSpPr>
          <p:spPr>
            <a:xfrm>
              <a:off x="2213055" y="2892927"/>
              <a:ext cx="14132560" cy="0"/>
            </a:xfrm>
            <a:custGeom>
              <a:avLst/>
              <a:gdLst/>
              <a:ahLst/>
              <a:cxnLst/>
              <a:rect l="l" t="t" r="r" b="b"/>
              <a:pathLst>
                <a:path w="14132560" h="0">
                  <a:moveTo>
                    <a:pt x="0" y="0"/>
                  </a:moveTo>
                  <a:lnTo>
                    <a:pt x="1413244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193960" y="2892882"/>
              <a:ext cx="0" cy="518795"/>
            </a:xfrm>
            <a:custGeom>
              <a:avLst/>
              <a:gdLst/>
              <a:ahLst/>
              <a:cxnLst/>
              <a:rect l="l" t="t" r="r" b="b"/>
              <a:pathLst>
                <a:path w="0" h="518795">
                  <a:moveTo>
                    <a:pt x="0" y="518754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9269707" y="2856682"/>
              <a:ext cx="0" cy="518795"/>
            </a:xfrm>
            <a:custGeom>
              <a:avLst/>
              <a:gdLst/>
              <a:ahLst/>
              <a:cxnLst/>
              <a:rect l="l" t="t" r="r" b="b"/>
              <a:pathLst>
                <a:path w="0" h="518795">
                  <a:moveTo>
                    <a:pt x="0" y="518754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193960" y="2374127"/>
              <a:ext cx="0" cy="518795"/>
            </a:xfrm>
            <a:custGeom>
              <a:avLst/>
              <a:gdLst/>
              <a:ahLst/>
              <a:cxnLst/>
              <a:rect l="l" t="t" r="r" b="b"/>
              <a:pathLst>
                <a:path w="0" h="518794">
                  <a:moveTo>
                    <a:pt x="0" y="518754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269707" y="2374127"/>
              <a:ext cx="0" cy="518795"/>
            </a:xfrm>
            <a:custGeom>
              <a:avLst/>
              <a:gdLst/>
              <a:ahLst/>
              <a:cxnLst/>
              <a:rect l="l" t="t" r="r" b="b"/>
              <a:pathLst>
                <a:path w="0" h="518794">
                  <a:moveTo>
                    <a:pt x="0" y="518754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6345452" y="2374127"/>
              <a:ext cx="0" cy="518795"/>
            </a:xfrm>
            <a:custGeom>
              <a:avLst/>
              <a:gdLst/>
              <a:ahLst/>
              <a:cxnLst/>
              <a:rect l="l" t="t" r="r" b="b"/>
              <a:pathLst>
                <a:path w="0" h="518794">
                  <a:moveTo>
                    <a:pt x="0" y="518754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6345452" y="2856682"/>
              <a:ext cx="0" cy="518795"/>
            </a:xfrm>
            <a:custGeom>
              <a:avLst/>
              <a:gdLst/>
              <a:ahLst/>
              <a:cxnLst/>
              <a:rect l="l" t="t" r="r" b="b"/>
              <a:pathLst>
                <a:path w="0" h="518795">
                  <a:moveTo>
                    <a:pt x="0" y="518754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532497" y="4056836"/>
              <a:ext cx="152400" cy="15239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532497" y="4856936"/>
              <a:ext cx="152400" cy="15239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067283" y="1618522"/>
            <a:ext cx="1599882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85460" algn="l"/>
                <a:tab pos="13338175" algn="l"/>
              </a:tabLst>
            </a:pPr>
            <a:r>
              <a:rPr dirty="0" sz="4500" spc="-265">
                <a:latin typeface="Arial MT"/>
                <a:cs typeface="Arial MT"/>
              </a:rPr>
              <a:t>Clustering</a:t>
            </a:r>
            <a:r>
              <a:rPr dirty="0" sz="4500">
                <a:latin typeface="Arial MT"/>
                <a:cs typeface="Arial MT"/>
              </a:rPr>
              <a:t>	</a:t>
            </a:r>
            <a:r>
              <a:rPr dirty="0" sz="4500" spc="-280">
                <a:latin typeface="Arial MT"/>
                <a:cs typeface="Arial MT"/>
              </a:rPr>
              <a:t>Dimensionality</a:t>
            </a:r>
            <a:r>
              <a:rPr dirty="0" sz="4500" spc="-70">
                <a:latin typeface="Arial MT"/>
                <a:cs typeface="Arial MT"/>
              </a:rPr>
              <a:t> </a:t>
            </a:r>
            <a:r>
              <a:rPr dirty="0" sz="4500" spc="-10">
                <a:latin typeface="Arial MT"/>
                <a:cs typeface="Arial MT"/>
              </a:rPr>
              <a:t>Reduction</a:t>
            </a:r>
            <a:r>
              <a:rPr dirty="0" sz="4500">
                <a:latin typeface="Arial MT"/>
                <a:cs typeface="Arial MT"/>
              </a:rPr>
              <a:t>	</a:t>
            </a:r>
            <a:r>
              <a:rPr dirty="0" sz="4500" spc="-200">
                <a:latin typeface="Arial MT"/>
                <a:cs typeface="Arial MT"/>
              </a:rPr>
              <a:t>Association</a:t>
            </a:r>
            <a:endParaRPr sz="45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891271" y="3586936"/>
            <a:ext cx="1513205" cy="1625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dirty="0" sz="4500" spc="-195">
                <a:latin typeface="Arial MT"/>
                <a:cs typeface="Arial MT"/>
              </a:rPr>
              <a:t>Apriori </a:t>
            </a:r>
            <a:r>
              <a:rPr dirty="0" sz="4500" spc="-10">
                <a:latin typeface="Arial MT"/>
                <a:cs typeface="Arial MT"/>
              </a:rPr>
              <a:t>Eclat</a:t>
            </a:r>
            <a:endParaRPr sz="4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58482" y="0"/>
            <a:ext cx="9029517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1823085" cy="10287000"/>
          </a:xfrm>
          <a:custGeom>
            <a:avLst/>
            <a:gdLst/>
            <a:ahLst/>
            <a:cxnLst/>
            <a:rect l="l" t="t" r="r" b="b"/>
            <a:pathLst>
              <a:path w="1823085" h="10287000">
                <a:moveTo>
                  <a:pt x="1822601" y="0"/>
                </a:moveTo>
                <a:lnTo>
                  <a:pt x="1822601" y="10286999"/>
                </a:lnTo>
                <a:lnTo>
                  <a:pt x="0" y="10286999"/>
                </a:lnTo>
                <a:lnTo>
                  <a:pt x="0" y="0"/>
                </a:lnTo>
                <a:lnTo>
                  <a:pt x="1822601" y="0"/>
                </a:lnTo>
                <a:close/>
              </a:path>
            </a:pathLst>
          </a:custGeom>
          <a:solidFill>
            <a:srgbClr val="003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4530" rIns="0" bIns="0" rtlCol="0" vert="horz">
            <a:spAutoFit/>
          </a:bodyPr>
          <a:lstStyle/>
          <a:p>
            <a:pPr marL="614045">
              <a:lnSpc>
                <a:spcPct val="100000"/>
              </a:lnSpc>
              <a:spcBef>
                <a:spcPts val="100"/>
              </a:spcBef>
            </a:pPr>
            <a:r>
              <a:rPr dirty="0" sz="5100" spc="-145"/>
              <a:t>Batch</a:t>
            </a:r>
            <a:r>
              <a:rPr dirty="0" sz="5100" spc="-180"/>
              <a:t> </a:t>
            </a:r>
            <a:r>
              <a:rPr dirty="0" sz="5100" spc="-285"/>
              <a:t>vs</a:t>
            </a:r>
            <a:r>
              <a:rPr dirty="0" sz="5100" spc="-95"/>
              <a:t> </a:t>
            </a:r>
            <a:r>
              <a:rPr dirty="0" sz="5100" spc="-465"/>
              <a:t>Online</a:t>
            </a:r>
            <a:r>
              <a:rPr dirty="0" sz="5100" spc="-95"/>
              <a:t> </a:t>
            </a:r>
            <a:r>
              <a:rPr dirty="0" sz="5100" spc="-335"/>
              <a:t>Machine</a:t>
            </a:r>
            <a:r>
              <a:rPr dirty="0" sz="5100" spc="-95"/>
              <a:t> </a:t>
            </a:r>
            <a:r>
              <a:rPr dirty="0" sz="5100" spc="-305"/>
              <a:t>Learning</a:t>
            </a:r>
            <a:endParaRPr sz="51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94131" y="2024415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08494" y="2534002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08494" y="3048352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08494" y="3562702"/>
            <a:ext cx="104775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08494" y="4077052"/>
            <a:ext cx="104775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94131" y="5110515"/>
            <a:ext cx="95250" cy="952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08494" y="5620102"/>
            <a:ext cx="104775" cy="1047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08494" y="6134452"/>
            <a:ext cx="104775" cy="1047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08494" y="6648802"/>
            <a:ext cx="104775" cy="10477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08494" y="7163152"/>
            <a:ext cx="104775" cy="10477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435927" y="1713887"/>
            <a:ext cx="13548360" cy="5683250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900" spc="-90">
                <a:latin typeface="Arial MT"/>
                <a:cs typeface="Arial MT"/>
              </a:rPr>
              <a:t>Batch </a:t>
            </a:r>
            <a:r>
              <a:rPr dirty="0" sz="2900" spc="-70">
                <a:latin typeface="Arial MT"/>
                <a:cs typeface="Arial MT"/>
              </a:rPr>
              <a:t>Learning:</a:t>
            </a:r>
            <a:endParaRPr sz="2900">
              <a:latin typeface="Arial MT"/>
              <a:cs typeface="Arial MT"/>
            </a:endParaRPr>
          </a:p>
          <a:p>
            <a:pPr marL="638810">
              <a:lnSpc>
                <a:spcPct val="100000"/>
              </a:lnSpc>
              <a:spcBef>
                <a:spcPts val="570"/>
              </a:spcBef>
            </a:pPr>
            <a:r>
              <a:rPr dirty="0" sz="2900" spc="-150">
                <a:latin typeface="Arial MT"/>
                <a:cs typeface="Arial MT"/>
              </a:rPr>
              <a:t>Training</a:t>
            </a:r>
            <a:r>
              <a:rPr dirty="0" sz="2900" spc="-55">
                <a:latin typeface="Arial MT"/>
                <a:cs typeface="Arial MT"/>
              </a:rPr>
              <a:t> </a:t>
            </a:r>
            <a:r>
              <a:rPr dirty="0" sz="2900" spc="-204">
                <a:latin typeface="Arial MT"/>
                <a:cs typeface="Arial MT"/>
              </a:rPr>
              <a:t>is</a:t>
            </a:r>
            <a:r>
              <a:rPr dirty="0" sz="2900" spc="-55">
                <a:latin typeface="Arial MT"/>
                <a:cs typeface="Arial MT"/>
              </a:rPr>
              <a:t> </a:t>
            </a:r>
            <a:r>
              <a:rPr dirty="0" sz="2900" spc="-114">
                <a:latin typeface="Arial MT"/>
                <a:cs typeface="Arial MT"/>
              </a:rPr>
              <a:t>performed</a:t>
            </a:r>
            <a:r>
              <a:rPr dirty="0" sz="2900" spc="-85">
                <a:latin typeface="Arial MT"/>
                <a:cs typeface="Arial MT"/>
              </a:rPr>
              <a:t> </a:t>
            </a:r>
            <a:r>
              <a:rPr dirty="0" sz="2900" spc="-215">
                <a:latin typeface="Arial MT"/>
                <a:cs typeface="Arial MT"/>
              </a:rPr>
              <a:t>on</a:t>
            </a:r>
            <a:r>
              <a:rPr dirty="0" sz="2900" spc="-55">
                <a:latin typeface="Arial MT"/>
                <a:cs typeface="Arial MT"/>
              </a:rPr>
              <a:t> </a:t>
            </a:r>
            <a:r>
              <a:rPr dirty="0" sz="2900" spc="-30">
                <a:latin typeface="Arial MT"/>
                <a:cs typeface="Arial MT"/>
              </a:rPr>
              <a:t>the</a:t>
            </a:r>
            <a:r>
              <a:rPr dirty="0" sz="2900" spc="-80">
                <a:latin typeface="Arial MT"/>
                <a:cs typeface="Arial MT"/>
              </a:rPr>
              <a:t> </a:t>
            </a:r>
            <a:r>
              <a:rPr dirty="0" sz="2900" spc="-105">
                <a:latin typeface="Arial MT"/>
                <a:cs typeface="Arial MT"/>
              </a:rPr>
              <a:t>entire</a:t>
            </a:r>
            <a:r>
              <a:rPr dirty="0" sz="2900" spc="-65">
                <a:latin typeface="Arial MT"/>
                <a:cs typeface="Arial MT"/>
              </a:rPr>
              <a:t> </a:t>
            </a:r>
            <a:r>
              <a:rPr dirty="0" sz="2900" spc="-70">
                <a:latin typeface="Arial MT"/>
                <a:cs typeface="Arial MT"/>
              </a:rPr>
              <a:t>dataset</a:t>
            </a:r>
            <a:r>
              <a:rPr dirty="0" sz="2900" spc="-65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at</a:t>
            </a:r>
            <a:r>
              <a:rPr dirty="0" sz="2900" spc="-65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once.</a:t>
            </a:r>
            <a:endParaRPr sz="2900">
              <a:latin typeface="Arial MT"/>
              <a:cs typeface="Arial MT"/>
            </a:endParaRPr>
          </a:p>
          <a:p>
            <a:pPr marL="638810" marR="374015">
              <a:lnSpc>
                <a:spcPct val="116399"/>
              </a:lnSpc>
            </a:pPr>
            <a:r>
              <a:rPr dirty="0" sz="2900" spc="-185">
                <a:latin typeface="Arial MT"/>
                <a:cs typeface="Arial MT"/>
              </a:rPr>
              <a:t>Model</a:t>
            </a:r>
            <a:r>
              <a:rPr dirty="0" sz="2900" spc="-55">
                <a:latin typeface="Arial MT"/>
                <a:cs typeface="Arial MT"/>
              </a:rPr>
              <a:t> </a:t>
            </a:r>
            <a:r>
              <a:rPr dirty="0" sz="2900" spc="-204">
                <a:latin typeface="Arial MT"/>
                <a:cs typeface="Arial MT"/>
              </a:rPr>
              <a:t>is</a:t>
            </a:r>
            <a:r>
              <a:rPr dirty="0" sz="2900" spc="-55">
                <a:latin typeface="Arial MT"/>
                <a:cs typeface="Arial MT"/>
              </a:rPr>
              <a:t> </a:t>
            </a:r>
            <a:r>
              <a:rPr dirty="0" sz="2900" spc="-105">
                <a:latin typeface="Arial MT"/>
                <a:cs typeface="Arial MT"/>
              </a:rPr>
              <a:t>trained</a:t>
            </a:r>
            <a:r>
              <a:rPr dirty="0" sz="2900" spc="-55">
                <a:latin typeface="Arial MT"/>
                <a:cs typeface="Arial MT"/>
              </a:rPr>
              <a:t> </a:t>
            </a:r>
            <a:r>
              <a:rPr dirty="0" sz="2900" spc="-75">
                <a:latin typeface="Arial MT"/>
                <a:cs typeface="Arial MT"/>
              </a:rPr>
              <a:t>iteratively</a:t>
            </a:r>
            <a:r>
              <a:rPr dirty="0" sz="2900" spc="-55">
                <a:latin typeface="Arial MT"/>
                <a:cs typeface="Arial MT"/>
              </a:rPr>
              <a:t> </a:t>
            </a:r>
            <a:r>
              <a:rPr dirty="0" sz="2900" spc="-215">
                <a:latin typeface="Arial MT"/>
                <a:cs typeface="Arial MT"/>
              </a:rPr>
              <a:t>on</a:t>
            </a:r>
            <a:r>
              <a:rPr dirty="0" sz="2900" spc="-55">
                <a:latin typeface="Arial MT"/>
                <a:cs typeface="Arial MT"/>
              </a:rPr>
              <a:t> </a:t>
            </a:r>
            <a:r>
              <a:rPr dirty="0" sz="2900" spc="-30">
                <a:latin typeface="Arial MT"/>
                <a:cs typeface="Arial MT"/>
              </a:rPr>
              <a:t>the</a:t>
            </a:r>
            <a:r>
              <a:rPr dirty="0" sz="2900" spc="-55">
                <a:latin typeface="Arial MT"/>
                <a:cs typeface="Arial MT"/>
              </a:rPr>
              <a:t> </a:t>
            </a:r>
            <a:r>
              <a:rPr dirty="0" sz="2900" spc="-105">
                <a:latin typeface="Arial MT"/>
                <a:cs typeface="Arial MT"/>
              </a:rPr>
              <a:t>entire</a:t>
            </a:r>
            <a:r>
              <a:rPr dirty="0" sz="2900" spc="-50">
                <a:latin typeface="Arial MT"/>
                <a:cs typeface="Arial MT"/>
              </a:rPr>
              <a:t> </a:t>
            </a:r>
            <a:r>
              <a:rPr dirty="0" sz="2900" spc="-70">
                <a:latin typeface="Arial MT"/>
                <a:cs typeface="Arial MT"/>
              </a:rPr>
              <a:t>dataset</a:t>
            </a:r>
            <a:r>
              <a:rPr dirty="0" sz="2900" spc="-55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for</a:t>
            </a:r>
            <a:r>
              <a:rPr dirty="0" sz="2900" spc="-55">
                <a:latin typeface="Arial MT"/>
                <a:cs typeface="Arial MT"/>
              </a:rPr>
              <a:t> </a:t>
            </a:r>
            <a:r>
              <a:rPr dirty="0" sz="2900" spc="-170">
                <a:latin typeface="Arial MT"/>
                <a:cs typeface="Arial MT"/>
              </a:rPr>
              <a:t>multiple</a:t>
            </a:r>
            <a:r>
              <a:rPr dirty="0" sz="2900" spc="-55">
                <a:latin typeface="Arial MT"/>
                <a:cs typeface="Arial MT"/>
              </a:rPr>
              <a:t> </a:t>
            </a:r>
            <a:r>
              <a:rPr dirty="0" sz="2900" spc="-30">
                <a:latin typeface="Arial MT"/>
                <a:cs typeface="Arial MT"/>
              </a:rPr>
              <a:t>epochs.</a:t>
            </a:r>
            <a:r>
              <a:rPr dirty="0" sz="2900" spc="-30">
                <a:latin typeface="Arial MT"/>
                <a:cs typeface="Arial MT"/>
              </a:rPr>
              <a:t> </a:t>
            </a:r>
            <a:r>
              <a:rPr dirty="0" sz="2900" spc="-160">
                <a:latin typeface="Arial MT"/>
                <a:cs typeface="Arial MT"/>
              </a:rPr>
              <a:t>Computationally</a:t>
            </a:r>
            <a:r>
              <a:rPr dirty="0" sz="2900" spc="-50">
                <a:latin typeface="Arial MT"/>
                <a:cs typeface="Arial MT"/>
              </a:rPr>
              <a:t> </a:t>
            </a:r>
            <a:r>
              <a:rPr dirty="0" sz="2900" spc="-185">
                <a:latin typeface="Arial MT"/>
                <a:cs typeface="Arial MT"/>
              </a:rPr>
              <a:t>expensive</a:t>
            </a:r>
            <a:r>
              <a:rPr dirty="0" sz="2900" spc="-50">
                <a:latin typeface="Arial MT"/>
                <a:cs typeface="Arial MT"/>
              </a:rPr>
              <a:t> </a:t>
            </a:r>
            <a:r>
              <a:rPr dirty="0" sz="2900" spc="-195">
                <a:latin typeface="Arial MT"/>
                <a:cs typeface="Arial MT"/>
              </a:rPr>
              <a:t>and</a:t>
            </a:r>
            <a:r>
              <a:rPr dirty="0" sz="2900" spc="-50">
                <a:latin typeface="Arial MT"/>
                <a:cs typeface="Arial MT"/>
              </a:rPr>
              <a:t> </a:t>
            </a:r>
            <a:r>
              <a:rPr dirty="0" sz="2900" spc="-195">
                <a:latin typeface="Arial MT"/>
                <a:cs typeface="Arial MT"/>
              </a:rPr>
              <a:t>requires</a:t>
            </a:r>
            <a:r>
              <a:rPr dirty="0" sz="2900" spc="-50">
                <a:latin typeface="Arial MT"/>
                <a:cs typeface="Arial MT"/>
              </a:rPr>
              <a:t> </a:t>
            </a:r>
            <a:r>
              <a:rPr dirty="0" sz="2900" spc="-30">
                <a:latin typeface="Arial MT"/>
                <a:cs typeface="Arial MT"/>
              </a:rPr>
              <a:t>sufficient</a:t>
            </a:r>
            <a:r>
              <a:rPr dirty="0" sz="2900" spc="-50">
                <a:latin typeface="Arial MT"/>
                <a:cs typeface="Arial MT"/>
              </a:rPr>
              <a:t> </a:t>
            </a:r>
            <a:r>
              <a:rPr dirty="0" sz="2900" spc="-225">
                <a:latin typeface="Arial MT"/>
                <a:cs typeface="Arial MT"/>
              </a:rPr>
              <a:t>memory</a:t>
            </a:r>
            <a:r>
              <a:rPr dirty="0" sz="2900" spc="-50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to</a:t>
            </a:r>
            <a:r>
              <a:rPr dirty="0" sz="2900" spc="-50">
                <a:latin typeface="Arial MT"/>
                <a:cs typeface="Arial MT"/>
              </a:rPr>
              <a:t> </a:t>
            </a:r>
            <a:r>
              <a:rPr dirty="0" sz="2900" spc="-165">
                <a:latin typeface="Arial MT"/>
                <a:cs typeface="Arial MT"/>
              </a:rPr>
              <a:t>hold</a:t>
            </a:r>
            <a:r>
              <a:rPr dirty="0" sz="2900" spc="-50">
                <a:latin typeface="Arial MT"/>
                <a:cs typeface="Arial MT"/>
              </a:rPr>
              <a:t> </a:t>
            </a:r>
            <a:r>
              <a:rPr dirty="0" sz="2900" spc="-30">
                <a:latin typeface="Arial MT"/>
                <a:cs typeface="Arial MT"/>
              </a:rPr>
              <a:t>the</a:t>
            </a:r>
            <a:r>
              <a:rPr dirty="0" sz="2900" spc="-50">
                <a:latin typeface="Arial MT"/>
                <a:cs typeface="Arial MT"/>
              </a:rPr>
              <a:t> </a:t>
            </a:r>
            <a:r>
              <a:rPr dirty="0" sz="2900" spc="-105">
                <a:latin typeface="Arial MT"/>
                <a:cs typeface="Arial MT"/>
              </a:rPr>
              <a:t>entire</a:t>
            </a:r>
            <a:r>
              <a:rPr dirty="0" sz="2900" spc="-50">
                <a:latin typeface="Arial MT"/>
                <a:cs typeface="Arial MT"/>
              </a:rPr>
              <a:t> </a:t>
            </a:r>
            <a:r>
              <a:rPr dirty="0" sz="2900" spc="-35">
                <a:latin typeface="Arial MT"/>
                <a:cs typeface="Arial MT"/>
              </a:rPr>
              <a:t>dataset.</a:t>
            </a:r>
            <a:endParaRPr sz="2900">
              <a:latin typeface="Arial MT"/>
              <a:cs typeface="Arial MT"/>
            </a:endParaRPr>
          </a:p>
          <a:p>
            <a:pPr marL="638810">
              <a:lnSpc>
                <a:spcPct val="100000"/>
              </a:lnSpc>
              <a:spcBef>
                <a:spcPts val="570"/>
              </a:spcBef>
            </a:pPr>
            <a:r>
              <a:rPr dirty="0" sz="2900" spc="-105">
                <a:latin typeface="Arial MT"/>
                <a:cs typeface="Arial MT"/>
              </a:rPr>
              <a:t>Typically</a:t>
            </a:r>
            <a:r>
              <a:rPr dirty="0" sz="2900" spc="-40">
                <a:latin typeface="Arial MT"/>
                <a:cs typeface="Arial MT"/>
              </a:rPr>
              <a:t> </a:t>
            </a:r>
            <a:r>
              <a:rPr dirty="0" sz="2900" spc="-215">
                <a:latin typeface="Arial MT"/>
                <a:cs typeface="Arial MT"/>
              </a:rPr>
              <a:t>used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200">
                <a:latin typeface="Arial MT"/>
                <a:cs typeface="Arial MT"/>
              </a:rPr>
              <a:t>when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30">
                <a:latin typeface="Arial MT"/>
                <a:cs typeface="Arial MT"/>
              </a:rPr>
              <a:t>the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70">
                <a:latin typeface="Arial MT"/>
                <a:cs typeface="Arial MT"/>
              </a:rPr>
              <a:t>dataset</a:t>
            </a:r>
            <a:r>
              <a:rPr dirty="0" sz="2900" spc="-40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fits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210">
                <a:latin typeface="Arial MT"/>
                <a:cs typeface="Arial MT"/>
              </a:rPr>
              <a:t>in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225">
                <a:latin typeface="Arial MT"/>
                <a:cs typeface="Arial MT"/>
              </a:rPr>
              <a:t>memory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195">
                <a:latin typeface="Arial MT"/>
                <a:cs typeface="Arial MT"/>
              </a:rPr>
              <a:t>and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200">
                <a:latin typeface="Arial MT"/>
                <a:cs typeface="Arial MT"/>
              </a:rPr>
              <a:t>when</a:t>
            </a:r>
            <a:r>
              <a:rPr dirty="0" sz="2900" spc="-40">
                <a:latin typeface="Arial MT"/>
                <a:cs typeface="Arial MT"/>
              </a:rPr>
              <a:t> </a:t>
            </a:r>
            <a:r>
              <a:rPr dirty="0" sz="2900" spc="-130">
                <a:latin typeface="Arial MT"/>
                <a:cs typeface="Arial MT"/>
              </a:rPr>
              <a:t>periodic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135">
                <a:latin typeface="Arial MT"/>
                <a:cs typeface="Arial MT"/>
              </a:rPr>
              <a:t>retraining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204">
                <a:latin typeface="Arial MT"/>
                <a:cs typeface="Arial MT"/>
              </a:rPr>
              <a:t>is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75">
                <a:latin typeface="Arial MT"/>
                <a:cs typeface="Arial MT"/>
              </a:rPr>
              <a:t>feasible.</a:t>
            </a:r>
            <a:endParaRPr sz="2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2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900" spc="-265">
                <a:latin typeface="Arial MT"/>
                <a:cs typeface="Arial MT"/>
              </a:rPr>
              <a:t>Online</a:t>
            </a:r>
            <a:r>
              <a:rPr dirty="0" sz="2900" spc="-55">
                <a:latin typeface="Arial MT"/>
                <a:cs typeface="Arial MT"/>
              </a:rPr>
              <a:t> </a:t>
            </a:r>
            <a:r>
              <a:rPr dirty="0" sz="2900" spc="-70">
                <a:latin typeface="Arial MT"/>
                <a:cs typeface="Arial MT"/>
              </a:rPr>
              <a:t>Learning:</a:t>
            </a:r>
            <a:endParaRPr sz="2900">
              <a:latin typeface="Arial MT"/>
              <a:cs typeface="Arial MT"/>
            </a:endParaRPr>
          </a:p>
          <a:p>
            <a:pPr marL="638810" marR="1126490">
              <a:lnSpc>
                <a:spcPct val="116399"/>
              </a:lnSpc>
            </a:pPr>
            <a:r>
              <a:rPr dirty="0" sz="2900" spc="-150">
                <a:latin typeface="Arial MT"/>
                <a:cs typeface="Arial MT"/>
              </a:rPr>
              <a:t>Training</a:t>
            </a:r>
            <a:r>
              <a:rPr dirty="0" sz="2900" spc="-40">
                <a:latin typeface="Arial MT"/>
                <a:cs typeface="Arial MT"/>
              </a:rPr>
              <a:t> </a:t>
            </a:r>
            <a:r>
              <a:rPr dirty="0" sz="2900" spc="-204">
                <a:latin typeface="Arial MT"/>
                <a:cs typeface="Arial MT"/>
              </a:rPr>
              <a:t>is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114">
                <a:latin typeface="Arial MT"/>
                <a:cs typeface="Arial MT"/>
              </a:rPr>
              <a:t>performed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155">
                <a:latin typeface="Arial MT"/>
                <a:cs typeface="Arial MT"/>
              </a:rPr>
              <a:t>incrementally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215">
                <a:latin typeface="Arial MT"/>
                <a:cs typeface="Arial MT"/>
              </a:rPr>
              <a:t>on</a:t>
            </a:r>
            <a:r>
              <a:rPr dirty="0" sz="2900" spc="-40">
                <a:latin typeface="Arial MT"/>
                <a:cs typeface="Arial MT"/>
              </a:rPr>
              <a:t> </a:t>
            </a:r>
            <a:r>
              <a:rPr dirty="0" sz="2900" spc="-175">
                <a:latin typeface="Arial MT"/>
                <a:cs typeface="Arial MT"/>
              </a:rPr>
              <a:t>individual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60">
                <a:latin typeface="Arial MT"/>
                <a:cs typeface="Arial MT"/>
              </a:rPr>
              <a:t>data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155">
                <a:latin typeface="Arial MT"/>
                <a:cs typeface="Arial MT"/>
              </a:rPr>
              <a:t>instances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90">
                <a:latin typeface="Arial MT"/>
                <a:cs typeface="Arial MT"/>
              </a:rPr>
              <a:t>or</a:t>
            </a:r>
            <a:r>
              <a:rPr dirty="0" sz="2900" spc="-40">
                <a:latin typeface="Arial MT"/>
                <a:cs typeface="Arial MT"/>
              </a:rPr>
              <a:t> </a:t>
            </a:r>
            <a:r>
              <a:rPr dirty="0" sz="2900" spc="-200">
                <a:latin typeface="Arial MT"/>
                <a:cs typeface="Arial MT"/>
              </a:rPr>
              <a:t>mini-</a:t>
            </a:r>
            <a:r>
              <a:rPr dirty="0" sz="2900" spc="-65">
                <a:latin typeface="Arial MT"/>
                <a:cs typeface="Arial MT"/>
              </a:rPr>
              <a:t>batches. </a:t>
            </a:r>
            <a:r>
              <a:rPr dirty="0" sz="2900" spc="-185">
                <a:latin typeface="Arial MT"/>
                <a:cs typeface="Arial MT"/>
              </a:rPr>
              <a:t>Model</a:t>
            </a:r>
            <a:r>
              <a:rPr dirty="0" sz="2900" spc="-40">
                <a:latin typeface="Arial MT"/>
                <a:cs typeface="Arial MT"/>
              </a:rPr>
              <a:t> </a:t>
            </a:r>
            <a:r>
              <a:rPr dirty="0" sz="2900" spc="-204">
                <a:latin typeface="Arial MT"/>
                <a:cs typeface="Arial MT"/>
              </a:rPr>
              <a:t>is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125">
                <a:latin typeface="Arial MT"/>
                <a:cs typeface="Arial MT"/>
              </a:rPr>
              <a:t>updated</a:t>
            </a:r>
            <a:r>
              <a:rPr dirty="0" sz="2900" spc="-40">
                <a:latin typeface="Arial MT"/>
                <a:cs typeface="Arial MT"/>
              </a:rPr>
              <a:t> </a:t>
            </a:r>
            <a:r>
              <a:rPr dirty="0" sz="2900" spc="-160">
                <a:latin typeface="Arial MT"/>
                <a:cs typeface="Arial MT"/>
              </a:rPr>
              <a:t>continuously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245">
                <a:latin typeface="Arial MT"/>
                <a:cs typeface="Arial MT"/>
              </a:rPr>
              <a:t>as</a:t>
            </a:r>
            <a:r>
              <a:rPr dirty="0" sz="2900" spc="-40">
                <a:latin typeface="Arial MT"/>
                <a:cs typeface="Arial MT"/>
              </a:rPr>
              <a:t> </a:t>
            </a:r>
            <a:r>
              <a:rPr dirty="0" sz="2900" spc="-185">
                <a:latin typeface="Arial MT"/>
                <a:cs typeface="Arial MT"/>
              </a:rPr>
              <a:t>new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60">
                <a:latin typeface="Arial MT"/>
                <a:cs typeface="Arial MT"/>
              </a:rPr>
              <a:t>data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200">
                <a:latin typeface="Arial MT"/>
                <a:cs typeface="Arial MT"/>
              </a:rPr>
              <a:t>becomes</a:t>
            </a:r>
            <a:r>
              <a:rPr dirty="0" sz="2900" spc="-40">
                <a:latin typeface="Arial MT"/>
                <a:cs typeface="Arial MT"/>
              </a:rPr>
              <a:t> </a:t>
            </a:r>
            <a:r>
              <a:rPr dirty="0" sz="2900" spc="-85">
                <a:latin typeface="Arial MT"/>
                <a:cs typeface="Arial MT"/>
              </a:rPr>
              <a:t>available.</a:t>
            </a:r>
            <a:endParaRPr sz="2900">
              <a:latin typeface="Arial MT"/>
              <a:cs typeface="Arial MT"/>
            </a:endParaRPr>
          </a:p>
          <a:p>
            <a:pPr marL="638810">
              <a:lnSpc>
                <a:spcPct val="100000"/>
              </a:lnSpc>
              <a:spcBef>
                <a:spcPts val="565"/>
              </a:spcBef>
            </a:pPr>
            <a:r>
              <a:rPr dirty="0" sz="2900" spc="-175">
                <a:latin typeface="Arial MT"/>
                <a:cs typeface="Arial MT"/>
              </a:rPr>
              <a:t>Suitable</a:t>
            </a:r>
            <a:r>
              <a:rPr dirty="0" sz="2900" spc="-5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for</a:t>
            </a:r>
            <a:r>
              <a:rPr dirty="0" sz="2900" spc="-5">
                <a:latin typeface="Arial MT"/>
                <a:cs typeface="Arial MT"/>
              </a:rPr>
              <a:t> </a:t>
            </a:r>
            <a:r>
              <a:rPr dirty="0" sz="2900" spc="-204">
                <a:latin typeface="Arial MT"/>
                <a:cs typeface="Arial MT"/>
              </a:rPr>
              <a:t>handling</a:t>
            </a:r>
            <a:r>
              <a:rPr dirty="0" sz="2900" spc="-5">
                <a:latin typeface="Arial MT"/>
                <a:cs typeface="Arial MT"/>
              </a:rPr>
              <a:t> </a:t>
            </a:r>
            <a:r>
              <a:rPr dirty="0" sz="2900" spc="-180">
                <a:latin typeface="Arial MT"/>
                <a:cs typeface="Arial MT"/>
              </a:rPr>
              <a:t>large</a:t>
            </a:r>
            <a:r>
              <a:rPr dirty="0" sz="2900">
                <a:latin typeface="Arial MT"/>
                <a:cs typeface="Arial MT"/>
              </a:rPr>
              <a:t> </a:t>
            </a:r>
            <a:r>
              <a:rPr dirty="0" sz="2900" spc="-95">
                <a:latin typeface="Arial MT"/>
                <a:cs typeface="Arial MT"/>
              </a:rPr>
              <a:t>datasets</a:t>
            </a:r>
            <a:r>
              <a:rPr dirty="0" sz="2900" spc="-5">
                <a:latin typeface="Arial MT"/>
                <a:cs typeface="Arial MT"/>
              </a:rPr>
              <a:t> </a:t>
            </a:r>
            <a:r>
              <a:rPr dirty="0" sz="2900" spc="-195">
                <a:latin typeface="Arial MT"/>
                <a:cs typeface="Arial MT"/>
              </a:rPr>
              <a:t>and</a:t>
            </a:r>
            <a:r>
              <a:rPr dirty="0" sz="2900" spc="-5">
                <a:latin typeface="Arial MT"/>
                <a:cs typeface="Arial MT"/>
              </a:rPr>
              <a:t> </a:t>
            </a:r>
            <a:r>
              <a:rPr dirty="0" sz="2900" spc="-175">
                <a:latin typeface="Arial MT"/>
                <a:cs typeface="Arial MT"/>
              </a:rPr>
              <a:t>streaming</a:t>
            </a:r>
            <a:r>
              <a:rPr dirty="0" sz="2900" spc="-5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data.</a:t>
            </a:r>
            <a:endParaRPr sz="2900">
              <a:latin typeface="Arial MT"/>
              <a:cs typeface="Arial MT"/>
            </a:endParaRPr>
          </a:p>
          <a:p>
            <a:pPr marL="638810">
              <a:lnSpc>
                <a:spcPct val="100000"/>
              </a:lnSpc>
              <a:spcBef>
                <a:spcPts val="570"/>
              </a:spcBef>
            </a:pPr>
            <a:r>
              <a:rPr dirty="0" sz="2900" spc="-235">
                <a:latin typeface="Arial MT"/>
                <a:cs typeface="Arial MT"/>
              </a:rPr>
              <a:t>Enables</a:t>
            </a:r>
            <a:r>
              <a:rPr dirty="0" sz="2900" spc="-15">
                <a:latin typeface="Arial MT"/>
                <a:cs typeface="Arial MT"/>
              </a:rPr>
              <a:t> </a:t>
            </a:r>
            <a:r>
              <a:rPr dirty="0" sz="2900" spc="-145">
                <a:latin typeface="Arial MT"/>
                <a:cs typeface="Arial MT"/>
              </a:rPr>
              <a:t>real-</a:t>
            </a:r>
            <a:r>
              <a:rPr dirty="0" sz="2900" spc="-130">
                <a:latin typeface="Arial MT"/>
                <a:cs typeface="Arial MT"/>
              </a:rPr>
              <a:t>time</a:t>
            </a:r>
            <a:r>
              <a:rPr dirty="0" sz="2900" spc="-10">
                <a:latin typeface="Arial MT"/>
                <a:cs typeface="Arial MT"/>
              </a:rPr>
              <a:t> </a:t>
            </a:r>
            <a:r>
              <a:rPr dirty="0" sz="2900" spc="-200">
                <a:latin typeface="Arial MT"/>
                <a:cs typeface="Arial MT"/>
              </a:rPr>
              <a:t>learning</a:t>
            </a:r>
            <a:r>
              <a:rPr dirty="0" sz="2900" spc="-10">
                <a:latin typeface="Arial MT"/>
                <a:cs typeface="Arial MT"/>
              </a:rPr>
              <a:t> </a:t>
            </a:r>
            <a:r>
              <a:rPr dirty="0" sz="2900" spc="-195">
                <a:latin typeface="Arial MT"/>
                <a:cs typeface="Arial MT"/>
              </a:rPr>
              <a:t>and</a:t>
            </a:r>
            <a:r>
              <a:rPr dirty="0" sz="2900" spc="-10">
                <a:latin typeface="Arial MT"/>
                <a:cs typeface="Arial MT"/>
              </a:rPr>
              <a:t> </a:t>
            </a:r>
            <a:r>
              <a:rPr dirty="0" sz="2900" spc="-110">
                <a:latin typeface="Arial MT"/>
                <a:cs typeface="Arial MT"/>
              </a:rPr>
              <a:t>adaptation</a:t>
            </a:r>
            <a:r>
              <a:rPr dirty="0" sz="2900" spc="-10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to</a:t>
            </a:r>
            <a:r>
              <a:rPr dirty="0" sz="2900" spc="-10">
                <a:latin typeface="Arial MT"/>
                <a:cs typeface="Arial MT"/>
              </a:rPr>
              <a:t> </a:t>
            </a:r>
            <a:r>
              <a:rPr dirty="0" sz="2900" spc="-195">
                <a:latin typeface="Arial MT"/>
                <a:cs typeface="Arial MT"/>
              </a:rPr>
              <a:t>changing</a:t>
            </a:r>
            <a:r>
              <a:rPr dirty="0" sz="2900" spc="-10">
                <a:latin typeface="Arial MT"/>
                <a:cs typeface="Arial MT"/>
              </a:rPr>
              <a:t> </a:t>
            </a:r>
            <a:r>
              <a:rPr dirty="0" sz="2900" spc="-35">
                <a:latin typeface="Arial MT"/>
                <a:cs typeface="Arial MT"/>
              </a:rPr>
              <a:t>conditions.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6494363" y="0"/>
            <a:ext cx="1793875" cy="10287000"/>
          </a:xfrm>
          <a:custGeom>
            <a:avLst/>
            <a:gdLst/>
            <a:ahLst/>
            <a:cxnLst/>
            <a:rect l="l" t="t" r="r" b="b"/>
            <a:pathLst>
              <a:path w="1793875" h="10287000">
                <a:moveTo>
                  <a:pt x="1793636" y="0"/>
                </a:moveTo>
                <a:lnTo>
                  <a:pt x="1793636" y="10286999"/>
                </a:lnTo>
                <a:lnTo>
                  <a:pt x="0" y="10286999"/>
                </a:lnTo>
                <a:lnTo>
                  <a:pt x="0" y="0"/>
                </a:lnTo>
                <a:lnTo>
                  <a:pt x="1793636" y="0"/>
                </a:lnTo>
                <a:close/>
              </a:path>
            </a:pathLst>
          </a:custGeom>
          <a:solidFill>
            <a:srgbClr val="00312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58482" y="0"/>
            <a:ext cx="9029517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1823085" cy="10287000"/>
          </a:xfrm>
          <a:custGeom>
            <a:avLst/>
            <a:gdLst/>
            <a:ahLst/>
            <a:cxnLst/>
            <a:rect l="l" t="t" r="r" b="b"/>
            <a:pathLst>
              <a:path w="1823085" h="10287000">
                <a:moveTo>
                  <a:pt x="1822601" y="0"/>
                </a:moveTo>
                <a:lnTo>
                  <a:pt x="1822601" y="10286999"/>
                </a:lnTo>
                <a:lnTo>
                  <a:pt x="0" y="10286999"/>
                </a:lnTo>
                <a:lnTo>
                  <a:pt x="0" y="0"/>
                </a:lnTo>
                <a:lnTo>
                  <a:pt x="1822601" y="0"/>
                </a:lnTo>
                <a:close/>
              </a:path>
            </a:pathLst>
          </a:custGeom>
          <a:solidFill>
            <a:srgbClr val="003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484757" y="554037"/>
            <a:ext cx="11179175" cy="8026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100" spc="-290"/>
              <a:t>Instance</a:t>
            </a:r>
            <a:r>
              <a:rPr dirty="0" sz="5100" spc="-75"/>
              <a:t> </a:t>
            </a:r>
            <a:r>
              <a:rPr dirty="0" sz="5100" spc="-285"/>
              <a:t>vs</a:t>
            </a:r>
            <a:r>
              <a:rPr dirty="0" sz="5100" spc="-70"/>
              <a:t> </a:t>
            </a:r>
            <a:r>
              <a:rPr dirty="0" sz="5100" spc="-315"/>
              <a:t>Model</a:t>
            </a:r>
            <a:r>
              <a:rPr dirty="0" sz="5100" spc="-75"/>
              <a:t> </a:t>
            </a:r>
            <a:r>
              <a:rPr dirty="0" sz="5100" spc="-320"/>
              <a:t>based</a:t>
            </a:r>
            <a:r>
              <a:rPr dirty="0" sz="5100" spc="-70"/>
              <a:t> </a:t>
            </a:r>
            <a:r>
              <a:rPr dirty="0" sz="5100" spc="-335"/>
              <a:t>Machine</a:t>
            </a:r>
            <a:r>
              <a:rPr dirty="0" sz="5100" spc="-75"/>
              <a:t> </a:t>
            </a:r>
            <a:r>
              <a:rPr dirty="0" sz="5100" spc="-305"/>
              <a:t>Learning</a:t>
            </a:r>
            <a:endParaRPr sz="51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51709" y="2487923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51709" y="3516623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51709" y="4030973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51709" y="5574022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51709" y="6088372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51709" y="7117073"/>
            <a:ext cx="95250" cy="952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51709" y="8145772"/>
            <a:ext cx="95250" cy="9524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267534" y="1663045"/>
            <a:ext cx="13435330" cy="7226300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900" spc="-150">
                <a:latin typeface="Arial MT"/>
                <a:cs typeface="Arial MT"/>
              </a:rPr>
              <a:t>Instance-</a:t>
            </a:r>
            <a:r>
              <a:rPr dirty="0" sz="2900" spc="-190">
                <a:latin typeface="Arial MT"/>
                <a:cs typeface="Arial MT"/>
              </a:rPr>
              <a:t>based</a:t>
            </a:r>
            <a:r>
              <a:rPr dirty="0" sz="2900" spc="40">
                <a:latin typeface="Arial MT"/>
                <a:cs typeface="Arial MT"/>
              </a:rPr>
              <a:t> </a:t>
            </a:r>
            <a:r>
              <a:rPr dirty="0" sz="2900" spc="-65">
                <a:latin typeface="Arial MT"/>
                <a:cs typeface="Arial MT"/>
              </a:rPr>
              <a:t>Learning:</a:t>
            </a:r>
            <a:endParaRPr sz="2900">
              <a:latin typeface="Arial MT"/>
              <a:cs typeface="Arial MT"/>
            </a:endParaRPr>
          </a:p>
          <a:p>
            <a:pPr marL="586740" marR="55880" indent="51435">
              <a:lnSpc>
                <a:spcPct val="116399"/>
              </a:lnSpc>
            </a:pPr>
            <a:r>
              <a:rPr dirty="0" sz="2900" spc="-185">
                <a:latin typeface="Arial MT"/>
                <a:cs typeface="Arial MT"/>
              </a:rPr>
              <a:t>Model</a:t>
            </a:r>
            <a:r>
              <a:rPr dirty="0" sz="2900" spc="-15">
                <a:latin typeface="Arial MT"/>
                <a:cs typeface="Arial MT"/>
              </a:rPr>
              <a:t> </a:t>
            </a:r>
            <a:r>
              <a:rPr dirty="0" sz="2900" spc="-250">
                <a:latin typeface="Arial MT"/>
                <a:cs typeface="Arial MT"/>
              </a:rPr>
              <a:t>makes</a:t>
            </a:r>
            <a:r>
              <a:rPr dirty="0" sz="2900" spc="-15">
                <a:latin typeface="Arial MT"/>
                <a:cs typeface="Arial MT"/>
              </a:rPr>
              <a:t> </a:t>
            </a:r>
            <a:r>
              <a:rPr dirty="0" sz="2900" spc="-120">
                <a:latin typeface="Arial MT"/>
                <a:cs typeface="Arial MT"/>
              </a:rPr>
              <a:t>predictions</a:t>
            </a:r>
            <a:r>
              <a:rPr dirty="0" sz="2900" spc="-15">
                <a:latin typeface="Arial MT"/>
                <a:cs typeface="Arial MT"/>
              </a:rPr>
              <a:t> </a:t>
            </a:r>
            <a:r>
              <a:rPr dirty="0" sz="2900" spc="-190">
                <a:latin typeface="Arial MT"/>
                <a:cs typeface="Arial MT"/>
              </a:rPr>
              <a:t>based</a:t>
            </a:r>
            <a:r>
              <a:rPr dirty="0" sz="2900" spc="-10">
                <a:latin typeface="Arial MT"/>
                <a:cs typeface="Arial MT"/>
              </a:rPr>
              <a:t> </a:t>
            </a:r>
            <a:r>
              <a:rPr dirty="0" sz="2900" spc="-215">
                <a:latin typeface="Arial MT"/>
                <a:cs typeface="Arial MT"/>
              </a:rPr>
              <a:t>on</a:t>
            </a:r>
            <a:r>
              <a:rPr dirty="0" sz="2900" spc="-15">
                <a:latin typeface="Arial MT"/>
                <a:cs typeface="Arial MT"/>
              </a:rPr>
              <a:t> </a:t>
            </a:r>
            <a:r>
              <a:rPr dirty="0" sz="2900" spc="-170">
                <a:latin typeface="Arial MT"/>
                <a:cs typeface="Arial MT"/>
              </a:rPr>
              <a:t>similarities</a:t>
            </a:r>
            <a:r>
              <a:rPr dirty="0" sz="2900" spc="-15">
                <a:latin typeface="Arial MT"/>
                <a:cs typeface="Arial MT"/>
              </a:rPr>
              <a:t> </a:t>
            </a:r>
            <a:r>
              <a:rPr dirty="0" sz="2900" spc="-125">
                <a:latin typeface="Arial MT"/>
                <a:cs typeface="Arial MT"/>
              </a:rPr>
              <a:t>between</a:t>
            </a:r>
            <a:r>
              <a:rPr dirty="0" sz="2900" spc="-10">
                <a:latin typeface="Arial MT"/>
                <a:cs typeface="Arial MT"/>
              </a:rPr>
              <a:t> </a:t>
            </a:r>
            <a:r>
              <a:rPr dirty="0" sz="2900" spc="-185">
                <a:latin typeface="Arial MT"/>
                <a:cs typeface="Arial MT"/>
              </a:rPr>
              <a:t>new</a:t>
            </a:r>
            <a:r>
              <a:rPr dirty="0" sz="2900" spc="-15">
                <a:latin typeface="Arial MT"/>
                <a:cs typeface="Arial MT"/>
              </a:rPr>
              <a:t> </a:t>
            </a:r>
            <a:r>
              <a:rPr dirty="0" sz="2900" spc="-155">
                <a:latin typeface="Arial MT"/>
                <a:cs typeface="Arial MT"/>
              </a:rPr>
              <a:t>instances</a:t>
            </a:r>
            <a:r>
              <a:rPr dirty="0" sz="2900" spc="-15">
                <a:latin typeface="Arial MT"/>
                <a:cs typeface="Arial MT"/>
              </a:rPr>
              <a:t> </a:t>
            </a:r>
            <a:r>
              <a:rPr dirty="0" sz="2900" spc="-195">
                <a:latin typeface="Arial MT"/>
                <a:cs typeface="Arial MT"/>
              </a:rPr>
              <a:t>and</a:t>
            </a:r>
            <a:r>
              <a:rPr dirty="0" sz="2900" spc="-10">
                <a:latin typeface="Arial MT"/>
                <a:cs typeface="Arial MT"/>
              </a:rPr>
              <a:t> </a:t>
            </a:r>
            <a:r>
              <a:rPr dirty="0" sz="2900" spc="-155">
                <a:latin typeface="Arial MT"/>
                <a:cs typeface="Arial MT"/>
              </a:rPr>
              <a:t>instances</a:t>
            </a:r>
            <a:r>
              <a:rPr dirty="0" sz="2900" spc="-15">
                <a:latin typeface="Arial MT"/>
                <a:cs typeface="Arial MT"/>
              </a:rPr>
              <a:t> </a:t>
            </a:r>
            <a:r>
              <a:rPr dirty="0" sz="2900" spc="-35">
                <a:latin typeface="Arial MT"/>
                <a:cs typeface="Arial MT"/>
              </a:rPr>
              <a:t>in </a:t>
            </a:r>
            <a:r>
              <a:rPr dirty="0" sz="2900" spc="-30">
                <a:latin typeface="Arial MT"/>
                <a:cs typeface="Arial MT"/>
              </a:rPr>
              <a:t>the</a:t>
            </a:r>
            <a:r>
              <a:rPr dirty="0" sz="2900" spc="-130">
                <a:latin typeface="Arial MT"/>
                <a:cs typeface="Arial MT"/>
              </a:rPr>
              <a:t> </a:t>
            </a:r>
            <a:r>
              <a:rPr dirty="0" sz="2900" spc="-135">
                <a:latin typeface="Arial MT"/>
                <a:cs typeface="Arial MT"/>
              </a:rPr>
              <a:t>training</a:t>
            </a:r>
            <a:r>
              <a:rPr dirty="0" sz="2900" spc="-65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dataset.</a:t>
            </a:r>
            <a:endParaRPr sz="2900">
              <a:latin typeface="Arial MT"/>
              <a:cs typeface="Arial MT"/>
            </a:endParaRPr>
          </a:p>
          <a:p>
            <a:pPr marL="638175">
              <a:lnSpc>
                <a:spcPct val="100000"/>
              </a:lnSpc>
              <a:spcBef>
                <a:spcPts val="570"/>
              </a:spcBef>
            </a:pPr>
            <a:r>
              <a:rPr dirty="0" sz="2900" spc="-270">
                <a:latin typeface="Arial MT"/>
                <a:cs typeface="Arial MT"/>
              </a:rPr>
              <a:t>No</a:t>
            </a:r>
            <a:r>
              <a:rPr dirty="0" sz="2900" spc="-50">
                <a:latin typeface="Arial MT"/>
                <a:cs typeface="Arial MT"/>
              </a:rPr>
              <a:t> </a:t>
            </a:r>
            <a:r>
              <a:rPr dirty="0" sz="2900" spc="-80">
                <a:latin typeface="Arial MT"/>
                <a:cs typeface="Arial MT"/>
              </a:rPr>
              <a:t>explicit</a:t>
            </a:r>
            <a:r>
              <a:rPr dirty="0" sz="2900" spc="-45">
                <a:latin typeface="Arial MT"/>
                <a:cs typeface="Arial MT"/>
              </a:rPr>
              <a:t> </a:t>
            </a:r>
            <a:r>
              <a:rPr dirty="0" sz="2900" spc="-135">
                <a:latin typeface="Arial MT"/>
                <a:cs typeface="Arial MT"/>
              </a:rPr>
              <a:t>training</a:t>
            </a:r>
            <a:r>
              <a:rPr dirty="0" sz="2900" spc="-45">
                <a:latin typeface="Arial MT"/>
                <a:cs typeface="Arial MT"/>
              </a:rPr>
              <a:t> </a:t>
            </a:r>
            <a:r>
              <a:rPr dirty="0" sz="2900" spc="-220">
                <a:latin typeface="Arial MT"/>
                <a:cs typeface="Arial MT"/>
              </a:rPr>
              <a:t>phase;</a:t>
            </a:r>
            <a:r>
              <a:rPr dirty="0" sz="2900" spc="-45">
                <a:latin typeface="Arial MT"/>
                <a:cs typeface="Arial MT"/>
              </a:rPr>
              <a:t> </a:t>
            </a:r>
            <a:r>
              <a:rPr dirty="0" sz="2900" spc="-190">
                <a:latin typeface="Arial MT"/>
                <a:cs typeface="Arial MT"/>
              </a:rPr>
              <a:t>all</a:t>
            </a:r>
            <a:r>
              <a:rPr dirty="0" sz="2900" spc="-45">
                <a:latin typeface="Arial MT"/>
                <a:cs typeface="Arial MT"/>
              </a:rPr>
              <a:t> </a:t>
            </a:r>
            <a:r>
              <a:rPr dirty="0" sz="2900" spc="-135">
                <a:latin typeface="Arial MT"/>
                <a:cs typeface="Arial MT"/>
              </a:rPr>
              <a:t>training</a:t>
            </a:r>
            <a:r>
              <a:rPr dirty="0" sz="2900" spc="-45">
                <a:latin typeface="Arial MT"/>
                <a:cs typeface="Arial MT"/>
              </a:rPr>
              <a:t> </a:t>
            </a:r>
            <a:r>
              <a:rPr dirty="0" sz="2900" spc="-60">
                <a:latin typeface="Arial MT"/>
                <a:cs typeface="Arial MT"/>
              </a:rPr>
              <a:t>data</a:t>
            </a:r>
            <a:r>
              <a:rPr dirty="0" sz="2900" spc="-45">
                <a:latin typeface="Arial MT"/>
                <a:cs typeface="Arial MT"/>
              </a:rPr>
              <a:t> </a:t>
            </a:r>
            <a:r>
              <a:rPr dirty="0" sz="2900" spc="-204">
                <a:latin typeface="Arial MT"/>
                <a:cs typeface="Arial MT"/>
              </a:rPr>
              <a:t>is</a:t>
            </a:r>
            <a:r>
              <a:rPr dirty="0" sz="2900" spc="-45">
                <a:latin typeface="Arial MT"/>
                <a:cs typeface="Arial MT"/>
              </a:rPr>
              <a:t> </a:t>
            </a:r>
            <a:r>
              <a:rPr dirty="0" sz="2900" spc="-80">
                <a:latin typeface="Arial MT"/>
                <a:cs typeface="Arial MT"/>
              </a:rPr>
              <a:t>stored</a:t>
            </a:r>
            <a:r>
              <a:rPr dirty="0" sz="2900" spc="-45">
                <a:latin typeface="Arial MT"/>
                <a:cs typeface="Arial MT"/>
              </a:rPr>
              <a:t> </a:t>
            </a:r>
            <a:r>
              <a:rPr dirty="0" sz="2900" spc="-195">
                <a:latin typeface="Arial MT"/>
                <a:cs typeface="Arial MT"/>
              </a:rPr>
              <a:t>and</a:t>
            </a:r>
            <a:r>
              <a:rPr dirty="0" sz="2900" spc="-45">
                <a:latin typeface="Arial MT"/>
                <a:cs typeface="Arial MT"/>
              </a:rPr>
              <a:t> </a:t>
            </a:r>
            <a:r>
              <a:rPr dirty="0" sz="2900" spc="-215">
                <a:latin typeface="Arial MT"/>
                <a:cs typeface="Arial MT"/>
              </a:rPr>
              <a:t>used</a:t>
            </a:r>
            <a:r>
              <a:rPr dirty="0" sz="2900" spc="-45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for</a:t>
            </a:r>
            <a:r>
              <a:rPr dirty="0" sz="2900" spc="-45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inference.</a:t>
            </a:r>
            <a:endParaRPr sz="2900">
              <a:latin typeface="Arial MT"/>
              <a:cs typeface="Arial MT"/>
            </a:endParaRPr>
          </a:p>
          <a:p>
            <a:pPr marL="638175">
              <a:lnSpc>
                <a:spcPct val="100000"/>
              </a:lnSpc>
              <a:spcBef>
                <a:spcPts val="570"/>
              </a:spcBef>
            </a:pPr>
            <a:r>
              <a:rPr dirty="0" sz="2900" spc="-254">
                <a:latin typeface="Arial MT"/>
                <a:cs typeface="Arial MT"/>
              </a:rPr>
              <a:t>Simple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195">
                <a:latin typeface="Arial MT"/>
                <a:cs typeface="Arial MT"/>
              </a:rPr>
              <a:t>and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204">
                <a:latin typeface="Arial MT"/>
                <a:cs typeface="Arial MT"/>
              </a:rPr>
              <a:t>easy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to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195">
                <a:latin typeface="Arial MT"/>
                <a:cs typeface="Arial MT"/>
              </a:rPr>
              <a:t>implement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20">
                <a:latin typeface="Arial MT"/>
                <a:cs typeface="Arial MT"/>
              </a:rPr>
              <a:t>but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165">
                <a:latin typeface="Arial MT"/>
                <a:cs typeface="Arial MT"/>
              </a:rPr>
              <a:t>can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180">
                <a:latin typeface="Arial MT"/>
                <a:cs typeface="Arial MT"/>
              </a:rPr>
              <a:t>be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135">
                <a:latin typeface="Arial MT"/>
                <a:cs typeface="Arial MT"/>
              </a:rPr>
              <a:t>computationally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185">
                <a:latin typeface="Arial MT"/>
                <a:cs typeface="Arial MT"/>
              </a:rPr>
              <a:t>expensive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180">
                <a:latin typeface="Arial MT"/>
                <a:cs typeface="Arial MT"/>
              </a:rPr>
              <a:t>during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prediction.</a:t>
            </a:r>
            <a:endParaRPr sz="2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2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900" spc="-155">
                <a:latin typeface="Arial MT"/>
                <a:cs typeface="Arial MT"/>
              </a:rPr>
              <a:t>Model-</a:t>
            </a:r>
            <a:r>
              <a:rPr dirty="0" sz="2900" spc="-190">
                <a:latin typeface="Arial MT"/>
                <a:cs typeface="Arial MT"/>
              </a:rPr>
              <a:t>based</a:t>
            </a:r>
            <a:r>
              <a:rPr dirty="0" sz="2900" spc="20">
                <a:latin typeface="Arial MT"/>
                <a:cs typeface="Arial MT"/>
              </a:rPr>
              <a:t> </a:t>
            </a:r>
            <a:r>
              <a:rPr dirty="0" sz="2900" spc="-70">
                <a:latin typeface="Arial MT"/>
                <a:cs typeface="Arial MT"/>
              </a:rPr>
              <a:t>Learning:</a:t>
            </a:r>
            <a:endParaRPr sz="2900">
              <a:latin typeface="Arial MT"/>
              <a:cs typeface="Arial MT"/>
            </a:endParaRPr>
          </a:p>
          <a:p>
            <a:pPr marL="638175">
              <a:lnSpc>
                <a:spcPct val="100000"/>
              </a:lnSpc>
              <a:spcBef>
                <a:spcPts val="570"/>
              </a:spcBef>
            </a:pPr>
            <a:r>
              <a:rPr dirty="0" sz="2900" spc="-185">
                <a:latin typeface="Arial MT"/>
                <a:cs typeface="Arial MT"/>
              </a:rPr>
              <a:t>Model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200">
                <a:latin typeface="Arial MT"/>
                <a:cs typeface="Arial MT"/>
              </a:rPr>
              <a:t>learns</a:t>
            </a:r>
            <a:r>
              <a:rPr dirty="0" sz="2900" spc="-30">
                <a:latin typeface="Arial MT"/>
                <a:cs typeface="Arial MT"/>
              </a:rPr>
              <a:t> </a:t>
            </a:r>
            <a:r>
              <a:rPr dirty="0" sz="2900" spc="-180">
                <a:latin typeface="Arial MT"/>
                <a:cs typeface="Arial MT"/>
              </a:rPr>
              <a:t>underlying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85">
                <a:latin typeface="Arial MT"/>
                <a:cs typeface="Arial MT"/>
              </a:rPr>
              <a:t>patterns</a:t>
            </a:r>
            <a:r>
              <a:rPr dirty="0" sz="2900" spc="-30">
                <a:latin typeface="Arial MT"/>
                <a:cs typeface="Arial MT"/>
              </a:rPr>
              <a:t> </a:t>
            </a:r>
            <a:r>
              <a:rPr dirty="0" sz="2900" spc="-195">
                <a:latin typeface="Arial MT"/>
                <a:cs typeface="Arial MT"/>
              </a:rPr>
              <a:t>and</a:t>
            </a:r>
            <a:r>
              <a:rPr dirty="0" sz="2900" spc="-30">
                <a:latin typeface="Arial MT"/>
                <a:cs typeface="Arial MT"/>
              </a:rPr>
              <a:t> </a:t>
            </a:r>
            <a:r>
              <a:rPr dirty="0" sz="2900" spc="-165">
                <a:latin typeface="Arial MT"/>
                <a:cs typeface="Arial MT"/>
              </a:rPr>
              <a:t>relationships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50">
                <a:latin typeface="Arial MT"/>
                <a:cs typeface="Arial MT"/>
              </a:rPr>
              <a:t>from</a:t>
            </a:r>
            <a:r>
              <a:rPr dirty="0" sz="2900" spc="-30">
                <a:latin typeface="Arial MT"/>
                <a:cs typeface="Arial MT"/>
              </a:rPr>
              <a:t> </a:t>
            </a:r>
            <a:r>
              <a:rPr dirty="0" sz="2900" spc="-135">
                <a:latin typeface="Arial MT"/>
                <a:cs typeface="Arial MT"/>
              </a:rPr>
              <a:t>training</a:t>
            </a:r>
            <a:r>
              <a:rPr dirty="0" sz="2900" spc="-30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data.</a:t>
            </a:r>
            <a:endParaRPr sz="2900">
              <a:latin typeface="Arial MT"/>
              <a:cs typeface="Arial MT"/>
            </a:endParaRPr>
          </a:p>
          <a:p>
            <a:pPr marL="682625" marR="995044" indent="-44450">
              <a:lnSpc>
                <a:spcPct val="116399"/>
              </a:lnSpc>
            </a:pPr>
            <a:r>
              <a:rPr dirty="0" sz="2900" spc="-150">
                <a:latin typeface="Arial MT"/>
                <a:cs typeface="Arial MT"/>
              </a:rPr>
              <a:t>Training</a:t>
            </a:r>
            <a:r>
              <a:rPr dirty="0" sz="2900" spc="-15">
                <a:latin typeface="Arial MT"/>
                <a:cs typeface="Arial MT"/>
              </a:rPr>
              <a:t> </a:t>
            </a:r>
            <a:r>
              <a:rPr dirty="0" sz="2900" spc="-229">
                <a:latin typeface="Arial MT"/>
                <a:cs typeface="Arial MT"/>
              </a:rPr>
              <a:t>phase</a:t>
            </a:r>
            <a:r>
              <a:rPr dirty="0" sz="2900" spc="-15">
                <a:latin typeface="Arial MT"/>
                <a:cs typeface="Arial MT"/>
              </a:rPr>
              <a:t> </a:t>
            </a:r>
            <a:r>
              <a:rPr dirty="0" sz="2900" spc="-180">
                <a:latin typeface="Arial MT"/>
                <a:cs typeface="Arial MT"/>
              </a:rPr>
              <a:t>involves</a:t>
            </a:r>
            <a:r>
              <a:rPr dirty="0" sz="2900" spc="-15">
                <a:latin typeface="Arial MT"/>
                <a:cs typeface="Arial MT"/>
              </a:rPr>
              <a:t> </a:t>
            </a:r>
            <a:r>
              <a:rPr dirty="0" sz="2900" spc="-140">
                <a:latin typeface="Arial MT"/>
                <a:cs typeface="Arial MT"/>
              </a:rPr>
              <a:t>estimating</a:t>
            </a:r>
            <a:r>
              <a:rPr dirty="0" sz="2900" spc="-15">
                <a:latin typeface="Arial MT"/>
                <a:cs typeface="Arial MT"/>
              </a:rPr>
              <a:t> </a:t>
            </a:r>
            <a:r>
              <a:rPr dirty="0" sz="2900" spc="-215">
                <a:latin typeface="Arial MT"/>
                <a:cs typeface="Arial MT"/>
              </a:rPr>
              <a:t>model</a:t>
            </a:r>
            <a:r>
              <a:rPr dirty="0" sz="2900" spc="-15">
                <a:latin typeface="Arial MT"/>
                <a:cs typeface="Arial MT"/>
              </a:rPr>
              <a:t> </a:t>
            </a:r>
            <a:r>
              <a:rPr dirty="0" sz="2900" spc="-165">
                <a:latin typeface="Arial MT"/>
                <a:cs typeface="Arial MT"/>
              </a:rPr>
              <a:t>parameters</a:t>
            </a:r>
            <a:r>
              <a:rPr dirty="0" sz="2900" spc="-10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that</a:t>
            </a:r>
            <a:r>
              <a:rPr dirty="0" sz="2900" spc="-15">
                <a:latin typeface="Arial MT"/>
                <a:cs typeface="Arial MT"/>
              </a:rPr>
              <a:t> </a:t>
            </a:r>
            <a:r>
              <a:rPr dirty="0" sz="2900" spc="-140">
                <a:latin typeface="Arial MT"/>
                <a:cs typeface="Arial MT"/>
              </a:rPr>
              <a:t>optimize</a:t>
            </a:r>
            <a:r>
              <a:rPr dirty="0" sz="2900" spc="-15">
                <a:latin typeface="Arial MT"/>
                <a:cs typeface="Arial MT"/>
              </a:rPr>
              <a:t> </a:t>
            </a:r>
            <a:r>
              <a:rPr dirty="0" sz="2900" spc="-250">
                <a:latin typeface="Arial MT"/>
                <a:cs typeface="Arial MT"/>
              </a:rPr>
              <a:t>a</a:t>
            </a:r>
            <a:r>
              <a:rPr dirty="0" sz="2900" spc="-15">
                <a:latin typeface="Arial MT"/>
                <a:cs typeface="Arial MT"/>
              </a:rPr>
              <a:t> </a:t>
            </a:r>
            <a:r>
              <a:rPr dirty="0" sz="2900" spc="-60">
                <a:latin typeface="Arial MT"/>
                <a:cs typeface="Arial MT"/>
              </a:rPr>
              <a:t>predefined </a:t>
            </a:r>
            <a:r>
              <a:rPr dirty="0" sz="2900" spc="-70">
                <a:latin typeface="Arial MT"/>
                <a:cs typeface="Arial MT"/>
              </a:rPr>
              <a:t>objective</a:t>
            </a:r>
            <a:r>
              <a:rPr dirty="0" sz="2900" spc="-130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function.</a:t>
            </a:r>
            <a:endParaRPr sz="2900">
              <a:latin typeface="Arial MT"/>
              <a:cs typeface="Arial MT"/>
            </a:endParaRPr>
          </a:p>
          <a:p>
            <a:pPr marL="586740" marR="5080" indent="51435">
              <a:lnSpc>
                <a:spcPct val="116399"/>
              </a:lnSpc>
            </a:pPr>
            <a:r>
              <a:rPr dirty="0" sz="2900" spc="-185">
                <a:latin typeface="Arial MT"/>
                <a:cs typeface="Arial MT"/>
              </a:rPr>
              <a:t>Model</a:t>
            </a:r>
            <a:r>
              <a:rPr dirty="0" sz="2900" spc="-30">
                <a:latin typeface="Arial MT"/>
                <a:cs typeface="Arial MT"/>
              </a:rPr>
              <a:t> </a:t>
            </a:r>
            <a:r>
              <a:rPr dirty="0" sz="2900" spc="-250">
                <a:latin typeface="Arial MT"/>
                <a:cs typeface="Arial MT"/>
              </a:rPr>
              <a:t>makes</a:t>
            </a:r>
            <a:r>
              <a:rPr dirty="0" sz="2900" spc="-25">
                <a:latin typeface="Arial MT"/>
                <a:cs typeface="Arial MT"/>
              </a:rPr>
              <a:t> </a:t>
            </a:r>
            <a:r>
              <a:rPr dirty="0" sz="2900" spc="-120">
                <a:latin typeface="Arial MT"/>
                <a:cs typeface="Arial MT"/>
              </a:rPr>
              <a:t>predictions</a:t>
            </a:r>
            <a:r>
              <a:rPr dirty="0" sz="2900" spc="-25">
                <a:latin typeface="Arial MT"/>
                <a:cs typeface="Arial MT"/>
              </a:rPr>
              <a:t> </a:t>
            </a:r>
            <a:r>
              <a:rPr dirty="0" sz="2900" spc="-190">
                <a:latin typeface="Arial MT"/>
                <a:cs typeface="Arial MT"/>
              </a:rPr>
              <a:t>based</a:t>
            </a:r>
            <a:r>
              <a:rPr dirty="0" sz="2900" spc="-25">
                <a:latin typeface="Arial MT"/>
                <a:cs typeface="Arial MT"/>
              </a:rPr>
              <a:t> </a:t>
            </a:r>
            <a:r>
              <a:rPr dirty="0" sz="2900" spc="-215">
                <a:latin typeface="Arial MT"/>
                <a:cs typeface="Arial MT"/>
              </a:rPr>
              <a:t>on</a:t>
            </a:r>
            <a:r>
              <a:rPr dirty="0" sz="2900" spc="-30">
                <a:latin typeface="Arial MT"/>
                <a:cs typeface="Arial MT"/>
              </a:rPr>
              <a:t> </a:t>
            </a:r>
            <a:r>
              <a:rPr dirty="0" sz="2900" spc="-180">
                <a:latin typeface="Arial MT"/>
                <a:cs typeface="Arial MT"/>
              </a:rPr>
              <a:t>learned</a:t>
            </a:r>
            <a:r>
              <a:rPr dirty="0" sz="2900" spc="-25">
                <a:latin typeface="Arial MT"/>
                <a:cs typeface="Arial MT"/>
              </a:rPr>
              <a:t> </a:t>
            </a:r>
            <a:r>
              <a:rPr dirty="0" sz="2900" spc="-165">
                <a:latin typeface="Arial MT"/>
                <a:cs typeface="Arial MT"/>
              </a:rPr>
              <a:t>parameters</a:t>
            </a:r>
            <a:r>
              <a:rPr dirty="0" sz="2900" spc="-25">
                <a:latin typeface="Arial MT"/>
                <a:cs typeface="Arial MT"/>
              </a:rPr>
              <a:t> </a:t>
            </a:r>
            <a:r>
              <a:rPr dirty="0" sz="2900" spc="-60">
                <a:latin typeface="Arial MT"/>
                <a:cs typeface="Arial MT"/>
              </a:rPr>
              <a:t>without</a:t>
            </a:r>
            <a:r>
              <a:rPr dirty="0" sz="2900" spc="-25">
                <a:latin typeface="Arial MT"/>
                <a:cs typeface="Arial MT"/>
              </a:rPr>
              <a:t> </a:t>
            </a:r>
            <a:r>
              <a:rPr dirty="0" sz="2900" spc="-60">
                <a:latin typeface="Arial MT"/>
                <a:cs typeface="Arial MT"/>
              </a:rPr>
              <a:t>directly</a:t>
            </a:r>
            <a:r>
              <a:rPr dirty="0" sz="2900" spc="-25">
                <a:latin typeface="Arial MT"/>
                <a:cs typeface="Arial MT"/>
              </a:rPr>
              <a:t> </a:t>
            </a:r>
            <a:r>
              <a:rPr dirty="0" sz="2900" spc="-190">
                <a:latin typeface="Arial MT"/>
                <a:cs typeface="Arial MT"/>
              </a:rPr>
              <a:t>comparing</a:t>
            </a:r>
            <a:r>
              <a:rPr dirty="0" sz="2900" spc="-30">
                <a:latin typeface="Arial MT"/>
                <a:cs typeface="Arial MT"/>
              </a:rPr>
              <a:t> </a:t>
            </a:r>
            <a:r>
              <a:rPr dirty="0" sz="2900" spc="-25">
                <a:latin typeface="Arial MT"/>
                <a:cs typeface="Arial MT"/>
              </a:rPr>
              <a:t>new </a:t>
            </a:r>
            <a:r>
              <a:rPr dirty="0" sz="2900" spc="-155">
                <a:latin typeface="Arial MT"/>
                <a:cs typeface="Arial MT"/>
              </a:rPr>
              <a:t>instances</a:t>
            </a:r>
            <a:r>
              <a:rPr dirty="0" sz="2900" spc="-5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to </a:t>
            </a:r>
            <a:r>
              <a:rPr dirty="0" sz="2900" spc="-135">
                <a:latin typeface="Arial MT"/>
                <a:cs typeface="Arial MT"/>
              </a:rPr>
              <a:t>training</a:t>
            </a:r>
            <a:r>
              <a:rPr dirty="0" sz="2900">
                <a:latin typeface="Arial MT"/>
                <a:cs typeface="Arial MT"/>
              </a:rPr>
              <a:t> </a:t>
            </a:r>
            <a:r>
              <a:rPr dirty="0" sz="2900" spc="-60">
                <a:latin typeface="Arial MT"/>
                <a:cs typeface="Arial MT"/>
              </a:rPr>
              <a:t>instances.</a:t>
            </a:r>
            <a:endParaRPr sz="2900">
              <a:latin typeface="Arial MT"/>
              <a:cs typeface="Arial MT"/>
            </a:endParaRPr>
          </a:p>
          <a:p>
            <a:pPr marL="682625" marR="1109345" indent="-44450">
              <a:lnSpc>
                <a:spcPct val="116399"/>
              </a:lnSpc>
            </a:pPr>
            <a:r>
              <a:rPr dirty="0" sz="2900" spc="-105">
                <a:latin typeface="Arial MT"/>
                <a:cs typeface="Arial MT"/>
              </a:rPr>
              <a:t>Typically</a:t>
            </a:r>
            <a:r>
              <a:rPr dirty="0" sz="2900" spc="-65">
                <a:latin typeface="Arial MT"/>
                <a:cs typeface="Arial MT"/>
              </a:rPr>
              <a:t> </a:t>
            </a:r>
            <a:r>
              <a:rPr dirty="0" sz="2900" spc="-215">
                <a:latin typeface="Arial MT"/>
                <a:cs typeface="Arial MT"/>
              </a:rPr>
              <a:t>more</a:t>
            </a:r>
            <a:r>
              <a:rPr dirty="0" sz="2900" spc="-55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efficient</a:t>
            </a:r>
            <a:r>
              <a:rPr dirty="0" sz="2900" spc="-55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for</a:t>
            </a:r>
            <a:r>
              <a:rPr dirty="0" sz="2900" spc="-55">
                <a:latin typeface="Arial MT"/>
                <a:cs typeface="Arial MT"/>
              </a:rPr>
              <a:t> </a:t>
            </a:r>
            <a:r>
              <a:rPr dirty="0" sz="2900" spc="-105">
                <a:latin typeface="Arial MT"/>
                <a:cs typeface="Arial MT"/>
              </a:rPr>
              <a:t>prediction</a:t>
            </a:r>
            <a:r>
              <a:rPr dirty="0" sz="2900" spc="-60">
                <a:latin typeface="Arial MT"/>
                <a:cs typeface="Arial MT"/>
              </a:rPr>
              <a:t> </a:t>
            </a:r>
            <a:r>
              <a:rPr dirty="0" sz="2900" spc="-20">
                <a:latin typeface="Arial MT"/>
                <a:cs typeface="Arial MT"/>
              </a:rPr>
              <a:t>but</a:t>
            </a:r>
            <a:r>
              <a:rPr dirty="0" sz="2900" spc="-55">
                <a:latin typeface="Arial MT"/>
                <a:cs typeface="Arial MT"/>
              </a:rPr>
              <a:t> </a:t>
            </a:r>
            <a:r>
              <a:rPr dirty="0" sz="2900" spc="-195">
                <a:latin typeface="Arial MT"/>
                <a:cs typeface="Arial MT"/>
              </a:rPr>
              <a:t>requires</a:t>
            </a:r>
            <a:r>
              <a:rPr dirty="0" sz="2900" spc="-55">
                <a:latin typeface="Arial MT"/>
                <a:cs typeface="Arial MT"/>
              </a:rPr>
              <a:t> </a:t>
            </a:r>
            <a:r>
              <a:rPr dirty="0" sz="2900" spc="-215">
                <a:latin typeface="Arial MT"/>
                <a:cs typeface="Arial MT"/>
              </a:rPr>
              <a:t>more</a:t>
            </a:r>
            <a:r>
              <a:rPr dirty="0" sz="2900" spc="-55">
                <a:latin typeface="Arial MT"/>
                <a:cs typeface="Arial MT"/>
              </a:rPr>
              <a:t> </a:t>
            </a:r>
            <a:r>
              <a:rPr dirty="0" sz="2900" spc="-40">
                <a:latin typeface="Arial MT"/>
                <a:cs typeface="Arial MT"/>
              </a:rPr>
              <a:t>upfront</a:t>
            </a:r>
            <a:r>
              <a:rPr dirty="0" sz="2900" spc="-55">
                <a:latin typeface="Arial MT"/>
                <a:cs typeface="Arial MT"/>
              </a:rPr>
              <a:t> </a:t>
            </a:r>
            <a:r>
              <a:rPr dirty="0" sz="2900" spc="-95">
                <a:latin typeface="Arial MT"/>
                <a:cs typeface="Arial MT"/>
              </a:rPr>
              <a:t>computational </a:t>
            </a:r>
            <a:r>
              <a:rPr dirty="0" sz="2900" spc="-170">
                <a:latin typeface="Arial MT"/>
                <a:cs typeface="Arial MT"/>
              </a:rPr>
              <a:t>resources</a:t>
            </a:r>
            <a:r>
              <a:rPr dirty="0" sz="2900" spc="25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for</a:t>
            </a:r>
            <a:r>
              <a:rPr dirty="0" sz="2900" spc="30">
                <a:latin typeface="Arial MT"/>
                <a:cs typeface="Arial MT"/>
              </a:rPr>
              <a:t> </a:t>
            </a:r>
            <a:r>
              <a:rPr dirty="0" sz="2900" spc="-45">
                <a:latin typeface="Arial MT"/>
                <a:cs typeface="Arial MT"/>
              </a:rPr>
              <a:t>training.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494363" y="0"/>
            <a:ext cx="1793875" cy="10287000"/>
          </a:xfrm>
          <a:custGeom>
            <a:avLst/>
            <a:gdLst/>
            <a:ahLst/>
            <a:cxnLst/>
            <a:rect l="l" t="t" r="r" b="b"/>
            <a:pathLst>
              <a:path w="1793875" h="10287000">
                <a:moveTo>
                  <a:pt x="1793636" y="0"/>
                </a:moveTo>
                <a:lnTo>
                  <a:pt x="1793636" y="10286999"/>
                </a:lnTo>
                <a:lnTo>
                  <a:pt x="0" y="10286999"/>
                </a:lnTo>
                <a:lnTo>
                  <a:pt x="0" y="0"/>
                </a:lnTo>
                <a:lnTo>
                  <a:pt x="1793636" y="0"/>
                </a:lnTo>
                <a:close/>
              </a:path>
            </a:pathLst>
          </a:custGeom>
          <a:solidFill>
            <a:srgbClr val="00312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522" cy="10286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70068" y="0"/>
              <a:ext cx="9217930" cy="10286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8277842"/>
              <a:ext cx="18288000" cy="2009775"/>
            </a:xfrm>
            <a:custGeom>
              <a:avLst/>
              <a:gdLst/>
              <a:ahLst/>
              <a:cxnLst/>
              <a:rect l="l" t="t" r="r" b="b"/>
              <a:pathLst>
                <a:path w="18288000" h="2009775">
                  <a:moveTo>
                    <a:pt x="18287999" y="2009157"/>
                  </a:moveTo>
                  <a:lnTo>
                    <a:pt x="0" y="2009157"/>
                  </a:lnTo>
                  <a:lnTo>
                    <a:pt x="0" y="0"/>
                  </a:lnTo>
                  <a:lnTo>
                    <a:pt x="18183642" y="0"/>
                  </a:lnTo>
                  <a:lnTo>
                    <a:pt x="18231655" y="2377"/>
                  </a:lnTo>
                  <a:lnTo>
                    <a:pt x="18278855" y="9420"/>
                  </a:lnTo>
                  <a:lnTo>
                    <a:pt x="18287999" y="11718"/>
                  </a:lnTo>
                  <a:lnTo>
                    <a:pt x="18287999" y="2009157"/>
                  </a:lnTo>
                  <a:close/>
                </a:path>
              </a:pathLst>
            </a:custGeom>
            <a:solidFill>
              <a:srgbClr val="0031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064971" y="2259657"/>
              <a:ext cx="4391025" cy="4106545"/>
            </a:xfrm>
            <a:custGeom>
              <a:avLst/>
              <a:gdLst/>
              <a:ahLst/>
              <a:cxnLst/>
              <a:rect l="l" t="t" r="r" b="b"/>
              <a:pathLst>
                <a:path w="4391024" h="4106545">
                  <a:moveTo>
                    <a:pt x="2754273" y="1346397"/>
                  </a:moveTo>
                  <a:lnTo>
                    <a:pt x="2079767" y="291138"/>
                  </a:lnTo>
                  <a:lnTo>
                    <a:pt x="3339533" y="0"/>
                  </a:lnTo>
                  <a:lnTo>
                    <a:pt x="3216049" y="283997"/>
                  </a:lnTo>
                  <a:lnTo>
                    <a:pt x="3259074" y="304123"/>
                  </a:lnTo>
                  <a:lnTo>
                    <a:pt x="3301536" y="325234"/>
                  </a:lnTo>
                  <a:lnTo>
                    <a:pt x="3343419" y="347315"/>
                  </a:lnTo>
                  <a:lnTo>
                    <a:pt x="3384710" y="370351"/>
                  </a:lnTo>
                  <a:lnTo>
                    <a:pt x="3425393" y="394327"/>
                  </a:lnTo>
                  <a:lnTo>
                    <a:pt x="3465454" y="419229"/>
                  </a:lnTo>
                  <a:lnTo>
                    <a:pt x="3504878" y="445042"/>
                  </a:lnTo>
                  <a:lnTo>
                    <a:pt x="3543650" y="471751"/>
                  </a:lnTo>
                  <a:lnTo>
                    <a:pt x="3581756" y="499342"/>
                  </a:lnTo>
                  <a:lnTo>
                    <a:pt x="3619181" y="527799"/>
                  </a:lnTo>
                  <a:lnTo>
                    <a:pt x="3655909" y="557109"/>
                  </a:lnTo>
                  <a:lnTo>
                    <a:pt x="3691927" y="587257"/>
                  </a:lnTo>
                  <a:lnTo>
                    <a:pt x="3727219" y="618227"/>
                  </a:lnTo>
                  <a:lnTo>
                    <a:pt x="3761772" y="650006"/>
                  </a:lnTo>
                  <a:lnTo>
                    <a:pt x="3795569" y="682578"/>
                  </a:lnTo>
                  <a:lnTo>
                    <a:pt x="3828597" y="715929"/>
                  </a:lnTo>
                  <a:lnTo>
                    <a:pt x="3860841" y="750044"/>
                  </a:lnTo>
                  <a:lnTo>
                    <a:pt x="3892285" y="784908"/>
                  </a:lnTo>
                  <a:lnTo>
                    <a:pt x="3922916" y="820507"/>
                  </a:lnTo>
                  <a:lnTo>
                    <a:pt x="3952719" y="856827"/>
                  </a:lnTo>
                  <a:lnTo>
                    <a:pt x="3981678" y="893851"/>
                  </a:lnTo>
                  <a:lnTo>
                    <a:pt x="4009779" y="931566"/>
                  </a:lnTo>
                  <a:lnTo>
                    <a:pt x="4037007" y="969958"/>
                  </a:lnTo>
                  <a:lnTo>
                    <a:pt x="4063348" y="1009010"/>
                  </a:lnTo>
                  <a:lnTo>
                    <a:pt x="4077753" y="1031489"/>
                  </a:lnTo>
                  <a:lnTo>
                    <a:pt x="2891157" y="1031489"/>
                  </a:lnTo>
                  <a:lnTo>
                    <a:pt x="2754273" y="1346397"/>
                  </a:lnTo>
                  <a:close/>
                </a:path>
                <a:path w="4391024" h="4106545">
                  <a:moveTo>
                    <a:pt x="3566803" y="2286797"/>
                  </a:moveTo>
                  <a:lnTo>
                    <a:pt x="3572594" y="2242923"/>
                  </a:lnTo>
                  <a:lnTo>
                    <a:pt x="3576778" y="2198566"/>
                  </a:lnTo>
                  <a:lnTo>
                    <a:pt x="3579315" y="2153743"/>
                  </a:lnTo>
                  <a:lnTo>
                    <a:pt x="3580170" y="2108473"/>
                  </a:lnTo>
                  <a:lnTo>
                    <a:pt x="3579097" y="2057554"/>
                  </a:lnTo>
                  <a:lnTo>
                    <a:pt x="3575906" y="2007185"/>
                  </a:lnTo>
                  <a:lnTo>
                    <a:pt x="3570641" y="1957408"/>
                  </a:lnTo>
                  <a:lnTo>
                    <a:pt x="3563346" y="1908268"/>
                  </a:lnTo>
                  <a:lnTo>
                    <a:pt x="3554062" y="1859806"/>
                  </a:lnTo>
                  <a:lnTo>
                    <a:pt x="3542834" y="1812066"/>
                  </a:lnTo>
                  <a:lnTo>
                    <a:pt x="3529704" y="1765091"/>
                  </a:lnTo>
                  <a:lnTo>
                    <a:pt x="3514715" y="1718923"/>
                  </a:lnTo>
                  <a:lnTo>
                    <a:pt x="3497912" y="1673607"/>
                  </a:lnTo>
                  <a:lnTo>
                    <a:pt x="3479336" y="1629184"/>
                  </a:lnTo>
                  <a:lnTo>
                    <a:pt x="3459032" y="1585699"/>
                  </a:lnTo>
                  <a:lnTo>
                    <a:pt x="3437041" y="1543194"/>
                  </a:lnTo>
                  <a:lnTo>
                    <a:pt x="3413409" y="1501711"/>
                  </a:lnTo>
                  <a:lnTo>
                    <a:pt x="3388176" y="1461295"/>
                  </a:lnTo>
                  <a:lnTo>
                    <a:pt x="3361388" y="1421987"/>
                  </a:lnTo>
                  <a:lnTo>
                    <a:pt x="3333086" y="1383832"/>
                  </a:lnTo>
                  <a:lnTo>
                    <a:pt x="3303315" y="1346872"/>
                  </a:lnTo>
                  <a:lnTo>
                    <a:pt x="3272116" y="1311149"/>
                  </a:lnTo>
                  <a:lnTo>
                    <a:pt x="3239534" y="1276708"/>
                  </a:lnTo>
                  <a:lnTo>
                    <a:pt x="3205612" y="1243592"/>
                  </a:lnTo>
                  <a:lnTo>
                    <a:pt x="3170392" y="1211842"/>
                  </a:lnTo>
                  <a:lnTo>
                    <a:pt x="3133919" y="1181502"/>
                  </a:lnTo>
                  <a:lnTo>
                    <a:pt x="3096234" y="1152616"/>
                  </a:lnTo>
                  <a:lnTo>
                    <a:pt x="3057382" y="1125226"/>
                  </a:lnTo>
                  <a:lnTo>
                    <a:pt x="3017405" y="1099375"/>
                  </a:lnTo>
                  <a:lnTo>
                    <a:pt x="2976346" y="1075107"/>
                  </a:lnTo>
                  <a:lnTo>
                    <a:pt x="2934249" y="1052464"/>
                  </a:lnTo>
                  <a:lnTo>
                    <a:pt x="2891157" y="1031489"/>
                  </a:lnTo>
                  <a:lnTo>
                    <a:pt x="4077753" y="1031489"/>
                  </a:lnTo>
                  <a:lnTo>
                    <a:pt x="4113310" y="1089040"/>
                  </a:lnTo>
                  <a:lnTo>
                    <a:pt x="4136900" y="1129988"/>
                  </a:lnTo>
                  <a:lnTo>
                    <a:pt x="4159544" y="1171539"/>
                  </a:lnTo>
                  <a:lnTo>
                    <a:pt x="4181228" y="1213677"/>
                  </a:lnTo>
                  <a:lnTo>
                    <a:pt x="4201935" y="1256389"/>
                  </a:lnTo>
                  <a:lnTo>
                    <a:pt x="4221652" y="1299659"/>
                  </a:lnTo>
                  <a:lnTo>
                    <a:pt x="4240364" y="1343473"/>
                  </a:lnTo>
                  <a:lnTo>
                    <a:pt x="4258056" y="1387816"/>
                  </a:lnTo>
                  <a:lnTo>
                    <a:pt x="4274713" y="1432674"/>
                  </a:lnTo>
                  <a:lnTo>
                    <a:pt x="4290320" y="1478031"/>
                  </a:lnTo>
                  <a:lnTo>
                    <a:pt x="4304864" y="1523873"/>
                  </a:lnTo>
                  <a:lnTo>
                    <a:pt x="4318329" y="1570185"/>
                  </a:lnTo>
                  <a:lnTo>
                    <a:pt x="4330700" y="1616953"/>
                  </a:lnTo>
                  <a:lnTo>
                    <a:pt x="4341963" y="1664162"/>
                  </a:lnTo>
                  <a:lnTo>
                    <a:pt x="4352103" y="1711797"/>
                  </a:lnTo>
                  <a:lnTo>
                    <a:pt x="4361105" y="1759844"/>
                  </a:lnTo>
                  <a:lnTo>
                    <a:pt x="4368954" y="1808288"/>
                  </a:lnTo>
                  <a:lnTo>
                    <a:pt x="4375637" y="1857114"/>
                  </a:lnTo>
                  <a:lnTo>
                    <a:pt x="4381137" y="1906307"/>
                  </a:lnTo>
                  <a:lnTo>
                    <a:pt x="4385441" y="1955853"/>
                  </a:lnTo>
                  <a:lnTo>
                    <a:pt x="4388533" y="2005738"/>
                  </a:lnTo>
                  <a:lnTo>
                    <a:pt x="4390399" y="2055945"/>
                  </a:lnTo>
                  <a:lnTo>
                    <a:pt x="4391025" y="2106462"/>
                  </a:lnTo>
                  <a:lnTo>
                    <a:pt x="4390576" y="2148566"/>
                  </a:lnTo>
                  <a:lnTo>
                    <a:pt x="4389245" y="2190448"/>
                  </a:lnTo>
                  <a:lnTo>
                    <a:pt x="4387053" y="2232110"/>
                  </a:lnTo>
                  <a:lnTo>
                    <a:pt x="4384023" y="2273555"/>
                  </a:lnTo>
                  <a:lnTo>
                    <a:pt x="3566803" y="2286797"/>
                  </a:lnTo>
                  <a:close/>
                </a:path>
                <a:path w="4391024" h="4106545">
                  <a:moveTo>
                    <a:pt x="819129" y="3288046"/>
                  </a:moveTo>
                  <a:lnTo>
                    <a:pt x="0" y="2286965"/>
                  </a:lnTo>
                  <a:lnTo>
                    <a:pt x="400502" y="2267352"/>
                  </a:lnTo>
                  <a:lnTo>
                    <a:pt x="397680" y="2227447"/>
                  </a:lnTo>
                  <a:lnTo>
                    <a:pt x="395586" y="2187334"/>
                  </a:lnTo>
                  <a:lnTo>
                    <a:pt x="394284" y="2147008"/>
                  </a:lnTo>
                  <a:lnTo>
                    <a:pt x="393858" y="2108473"/>
                  </a:lnTo>
                  <a:lnTo>
                    <a:pt x="393836" y="2106462"/>
                  </a:lnTo>
                  <a:lnTo>
                    <a:pt x="394445" y="2057769"/>
                  </a:lnTo>
                  <a:lnTo>
                    <a:pt x="394475" y="2055367"/>
                  </a:lnTo>
                  <a:lnTo>
                    <a:pt x="396270" y="2007609"/>
                  </a:lnTo>
                  <a:lnTo>
                    <a:pt x="399547" y="1954139"/>
                  </a:lnTo>
                  <a:lnTo>
                    <a:pt x="403948" y="1904037"/>
                  </a:lnTo>
                  <a:lnTo>
                    <a:pt x="409573" y="1854296"/>
                  </a:lnTo>
                  <a:lnTo>
                    <a:pt x="416406" y="1804931"/>
                  </a:lnTo>
                  <a:lnTo>
                    <a:pt x="424432" y="1755958"/>
                  </a:lnTo>
                  <a:lnTo>
                    <a:pt x="433636" y="1707391"/>
                  </a:lnTo>
                  <a:lnTo>
                    <a:pt x="444002" y="1659247"/>
                  </a:lnTo>
                  <a:lnTo>
                    <a:pt x="455516" y="1611540"/>
                  </a:lnTo>
                  <a:lnTo>
                    <a:pt x="468161" y="1564286"/>
                  </a:lnTo>
                  <a:lnTo>
                    <a:pt x="481924" y="1517499"/>
                  </a:lnTo>
                  <a:lnTo>
                    <a:pt x="496788" y="1471196"/>
                  </a:lnTo>
                  <a:lnTo>
                    <a:pt x="512738" y="1425391"/>
                  </a:lnTo>
                  <a:lnTo>
                    <a:pt x="529760" y="1380099"/>
                  </a:lnTo>
                  <a:lnTo>
                    <a:pt x="547837" y="1335336"/>
                  </a:lnTo>
                  <a:lnTo>
                    <a:pt x="566955" y="1291116"/>
                  </a:lnTo>
                  <a:lnTo>
                    <a:pt x="587098" y="1247456"/>
                  </a:lnTo>
                  <a:lnTo>
                    <a:pt x="608252" y="1204370"/>
                  </a:lnTo>
                  <a:lnTo>
                    <a:pt x="630401" y="1161874"/>
                  </a:lnTo>
                  <a:lnTo>
                    <a:pt x="653529" y="1119982"/>
                  </a:lnTo>
                  <a:lnTo>
                    <a:pt x="677622" y="1078711"/>
                  </a:lnTo>
                  <a:lnTo>
                    <a:pt x="702664" y="1038074"/>
                  </a:lnTo>
                  <a:lnTo>
                    <a:pt x="728640" y="998088"/>
                  </a:lnTo>
                  <a:lnTo>
                    <a:pt x="755535" y="958768"/>
                  </a:lnTo>
                  <a:lnTo>
                    <a:pt x="783333" y="920129"/>
                  </a:lnTo>
                  <a:lnTo>
                    <a:pt x="812020" y="882186"/>
                  </a:lnTo>
                  <a:lnTo>
                    <a:pt x="841580" y="844954"/>
                  </a:lnTo>
                  <a:lnTo>
                    <a:pt x="871997" y="808448"/>
                  </a:lnTo>
                  <a:lnTo>
                    <a:pt x="903258" y="772685"/>
                  </a:lnTo>
                  <a:lnTo>
                    <a:pt x="935346" y="737678"/>
                  </a:lnTo>
                  <a:lnTo>
                    <a:pt x="968245" y="703444"/>
                  </a:lnTo>
                  <a:lnTo>
                    <a:pt x="1001942" y="669997"/>
                  </a:lnTo>
                  <a:lnTo>
                    <a:pt x="1036421" y="637353"/>
                  </a:lnTo>
                  <a:lnTo>
                    <a:pt x="1071666" y="605527"/>
                  </a:lnTo>
                  <a:lnTo>
                    <a:pt x="1107662" y="574534"/>
                  </a:lnTo>
                  <a:lnTo>
                    <a:pt x="1144394" y="544389"/>
                  </a:lnTo>
                  <a:lnTo>
                    <a:pt x="1181847" y="515108"/>
                  </a:lnTo>
                  <a:lnTo>
                    <a:pt x="1220006" y="486705"/>
                  </a:lnTo>
                  <a:lnTo>
                    <a:pt x="1258854" y="459197"/>
                  </a:lnTo>
                  <a:lnTo>
                    <a:pt x="1298378" y="432597"/>
                  </a:lnTo>
                  <a:lnTo>
                    <a:pt x="1338562" y="406923"/>
                  </a:lnTo>
                  <a:lnTo>
                    <a:pt x="1379390" y="382187"/>
                  </a:lnTo>
                  <a:lnTo>
                    <a:pt x="1420848" y="358407"/>
                  </a:lnTo>
                  <a:lnTo>
                    <a:pt x="1462920" y="335597"/>
                  </a:lnTo>
                  <a:lnTo>
                    <a:pt x="1505591" y="313772"/>
                  </a:lnTo>
                  <a:lnTo>
                    <a:pt x="1548845" y="292948"/>
                  </a:lnTo>
                  <a:lnTo>
                    <a:pt x="1937455" y="1014290"/>
                  </a:lnTo>
                  <a:lnTo>
                    <a:pt x="1893715" y="1033688"/>
                  </a:lnTo>
                  <a:lnTo>
                    <a:pt x="1850925" y="1054778"/>
                  </a:lnTo>
                  <a:lnTo>
                    <a:pt x="1809127" y="1077518"/>
                  </a:lnTo>
                  <a:lnTo>
                    <a:pt x="1768364" y="1101865"/>
                  </a:lnTo>
                  <a:lnTo>
                    <a:pt x="1728678" y="1127777"/>
                  </a:lnTo>
                  <a:lnTo>
                    <a:pt x="1690112" y="1155211"/>
                  </a:lnTo>
                  <a:lnTo>
                    <a:pt x="1652708" y="1184124"/>
                  </a:lnTo>
                  <a:lnTo>
                    <a:pt x="1616509" y="1214475"/>
                  </a:lnTo>
                  <a:lnTo>
                    <a:pt x="1581558" y="1246220"/>
                  </a:lnTo>
                  <a:lnTo>
                    <a:pt x="1547896" y="1279317"/>
                  </a:lnTo>
                  <a:lnTo>
                    <a:pt x="1515568" y="1313723"/>
                  </a:lnTo>
                  <a:lnTo>
                    <a:pt x="1484614" y="1349397"/>
                  </a:lnTo>
                  <a:lnTo>
                    <a:pt x="1455079" y="1386295"/>
                  </a:lnTo>
                  <a:lnTo>
                    <a:pt x="1427003" y="1424375"/>
                  </a:lnTo>
                  <a:lnTo>
                    <a:pt x="1400431" y="1463594"/>
                  </a:lnTo>
                  <a:lnTo>
                    <a:pt x="1375404" y="1503910"/>
                  </a:lnTo>
                  <a:lnTo>
                    <a:pt x="1351965" y="1545280"/>
                  </a:lnTo>
                  <a:lnTo>
                    <a:pt x="1330156" y="1587662"/>
                  </a:lnTo>
                  <a:lnTo>
                    <a:pt x="1310021" y="1631013"/>
                  </a:lnTo>
                  <a:lnTo>
                    <a:pt x="1291601" y="1675291"/>
                  </a:lnTo>
                  <a:lnTo>
                    <a:pt x="1274939" y="1720453"/>
                  </a:lnTo>
                  <a:lnTo>
                    <a:pt x="1260079" y="1766456"/>
                  </a:lnTo>
                  <a:lnTo>
                    <a:pt x="1247061" y="1813259"/>
                  </a:lnTo>
                  <a:lnTo>
                    <a:pt x="1235930" y="1860818"/>
                  </a:lnTo>
                  <a:lnTo>
                    <a:pt x="1226727" y="1909091"/>
                  </a:lnTo>
                  <a:lnTo>
                    <a:pt x="1219495" y="1958036"/>
                  </a:lnTo>
                  <a:lnTo>
                    <a:pt x="1214276" y="2007609"/>
                  </a:lnTo>
                  <a:lnTo>
                    <a:pt x="1211114" y="2057769"/>
                  </a:lnTo>
                  <a:lnTo>
                    <a:pt x="1210093" y="2106462"/>
                  </a:lnTo>
                  <a:lnTo>
                    <a:pt x="1210051" y="2108473"/>
                  </a:lnTo>
                  <a:lnTo>
                    <a:pt x="1210437" y="2138507"/>
                  </a:lnTo>
                  <a:lnTo>
                    <a:pt x="1211583" y="2168359"/>
                  </a:lnTo>
                  <a:lnTo>
                    <a:pt x="1213471" y="2198022"/>
                  </a:lnTo>
                  <a:lnTo>
                    <a:pt x="1216077" y="2227447"/>
                  </a:lnTo>
                  <a:lnTo>
                    <a:pt x="1458168" y="2227447"/>
                  </a:lnTo>
                  <a:lnTo>
                    <a:pt x="819129" y="3288046"/>
                  </a:lnTo>
                  <a:close/>
                </a:path>
                <a:path w="4391024" h="4106545">
                  <a:moveTo>
                    <a:pt x="1458168" y="2227447"/>
                  </a:moveTo>
                  <a:lnTo>
                    <a:pt x="1216959" y="2227447"/>
                  </a:lnTo>
                  <a:lnTo>
                    <a:pt x="1465495" y="2215287"/>
                  </a:lnTo>
                  <a:lnTo>
                    <a:pt x="1458168" y="2227447"/>
                  </a:lnTo>
                  <a:close/>
                </a:path>
                <a:path w="4391024" h="4106545">
                  <a:moveTo>
                    <a:pt x="3916631" y="3294416"/>
                  </a:moveTo>
                  <a:lnTo>
                    <a:pt x="2395110" y="3294416"/>
                  </a:lnTo>
                  <a:lnTo>
                    <a:pt x="2448548" y="3293225"/>
                  </a:lnTo>
                  <a:lnTo>
                    <a:pt x="2501369" y="3289687"/>
                  </a:lnTo>
                  <a:lnTo>
                    <a:pt x="2553525" y="3283853"/>
                  </a:lnTo>
                  <a:lnTo>
                    <a:pt x="2604967" y="3275775"/>
                  </a:lnTo>
                  <a:lnTo>
                    <a:pt x="2655647" y="3265507"/>
                  </a:lnTo>
                  <a:lnTo>
                    <a:pt x="2705516" y="3253100"/>
                  </a:lnTo>
                  <a:lnTo>
                    <a:pt x="2754526" y="3238605"/>
                  </a:lnTo>
                  <a:lnTo>
                    <a:pt x="2802629" y="3222076"/>
                  </a:lnTo>
                  <a:lnTo>
                    <a:pt x="2849777" y="3203563"/>
                  </a:lnTo>
                  <a:lnTo>
                    <a:pt x="2895920" y="3183120"/>
                  </a:lnTo>
                  <a:lnTo>
                    <a:pt x="2941011" y="3160799"/>
                  </a:lnTo>
                  <a:lnTo>
                    <a:pt x="2985000" y="3136651"/>
                  </a:lnTo>
                  <a:lnTo>
                    <a:pt x="3027841" y="3110728"/>
                  </a:lnTo>
                  <a:lnTo>
                    <a:pt x="2841040" y="2807889"/>
                  </a:lnTo>
                  <a:lnTo>
                    <a:pt x="4091862" y="2855932"/>
                  </a:lnTo>
                  <a:lnTo>
                    <a:pt x="3916631" y="3294416"/>
                  </a:lnTo>
                  <a:close/>
                </a:path>
                <a:path w="4391024" h="4106545">
                  <a:moveTo>
                    <a:pt x="2392430" y="4106546"/>
                  </a:moveTo>
                  <a:lnTo>
                    <a:pt x="2337585" y="4105855"/>
                  </a:lnTo>
                  <a:lnTo>
                    <a:pt x="2339923" y="4105855"/>
                  </a:lnTo>
                  <a:lnTo>
                    <a:pt x="2290071" y="4103968"/>
                  </a:lnTo>
                  <a:lnTo>
                    <a:pt x="2239386" y="4100768"/>
                  </a:lnTo>
                  <a:lnTo>
                    <a:pt x="2189050" y="4096315"/>
                  </a:lnTo>
                  <a:lnTo>
                    <a:pt x="2139080" y="4090625"/>
                  </a:lnTo>
                  <a:lnTo>
                    <a:pt x="2089491" y="4083713"/>
                  </a:lnTo>
                  <a:lnTo>
                    <a:pt x="2040298" y="4075594"/>
                  </a:lnTo>
                  <a:lnTo>
                    <a:pt x="1991516" y="4066285"/>
                  </a:lnTo>
                  <a:lnTo>
                    <a:pt x="1943162" y="4055799"/>
                  </a:lnTo>
                  <a:lnTo>
                    <a:pt x="1895250" y="4044154"/>
                  </a:lnTo>
                  <a:lnTo>
                    <a:pt x="1847797" y="4031365"/>
                  </a:lnTo>
                  <a:lnTo>
                    <a:pt x="1800817" y="4017446"/>
                  </a:lnTo>
                  <a:lnTo>
                    <a:pt x="1754325" y="4002415"/>
                  </a:lnTo>
                  <a:lnTo>
                    <a:pt x="1708338" y="3986285"/>
                  </a:lnTo>
                  <a:lnTo>
                    <a:pt x="1662871" y="3969073"/>
                  </a:lnTo>
                  <a:lnTo>
                    <a:pt x="1617939" y="3950794"/>
                  </a:lnTo>
                  <a:lnTo>
                    <a:pt x="1573558" y="3931464"/>
                  </a:lnTo>
                  <a:lnTo>
                    <a:pt x="1529743" y="3911098"/>
                  </a:lnTo>
                  <a:lnTo>
                    <a:pt x="1486510" y="3889712"/>
                  </a:lnTo>
                  <a:lnTo>
                    <a:pt x="1443874" y="3867320"/>
                  </a:lnTo>
                  <a:lnTo>
                    <a:pt x="1401850" y="3843940"/>
                  </a:lnTo>
                  <a:lnTo>
                    <a:pt x="1360454" y="3819586"/>
                  </a:lnTo>
                  <a:lnTo>
                    <a:pt x="1319702" y="3794273"/>
                  </a:lnTo>
                  <a:lnTo>
                    <a:pt x="1279608" y="3768018"/>
                  </a:lnTo>
                  <a:lnTo>
                    <a:pt x="1240189" y="3740836"/>
                  </a:lnTo>
                  <a:lnTo>
                    <a:pt x="1201459" y="3712742"/>
                  </a:lnTo>
                  <a:lnTo>
                    <a:pt x="1163435" y="3683751"/>
                  </a:lnTo>
                  <a:lnTo>
                    <a:pt x="1126131" y="3653880"/>
                  </a:lnTo>
                  <a:lnTo>
                    <a:pt x="1584389" y="2973105"/>
                  </a:lnTo>
                  <a:lnTo>
                    <a:pt x="1620390" y="3005580"/>
                  </a:lnTo>
                  <a:lnTo>
                    <a:pt x="1657698" y="3036582"/>
                  </a:lnTo>
                  <a:lnTo>
                    <a:pt x="1696267" y="3066064"/>
                  </a:lnTo>
                  <a:lnTo>
                    <a:pt x="1736051" y="3093981"/>
                  </a:lnTo>
                  <a:lnTo>
                    <a:pt x="1777005" y="3120285"/>
                  </a:lnTo>
                  <a:lnTo>
                    <a:pt x="1819084" y="3144931"/>
                  </a:lnTo>
                  <a:lnTo>
                    <a:pt x="1862241" y="3167871"/>
                  </a:lnTo>
                  <a:lnTo>
                    <a:pt x="1906431" y="3189061"/>
                  </a:lnTo>
                  <a:lnTo>
                    <a:pt x="1951609" y="3208452"/>
                  </a:lnTo>
                  <a:lnTo>
                    <a:pt x="1997728" y="3225999"/>
                  </a:lnTo>
                  <a:lnTo>
                    <a:pt x="2044744" y="3241655"/>
                  </a:lnTo>
                  <a:lnTo>
                    <a:pt x="2092610" y="3255375"/>
                  </a:lnTo>
                  <a:lnTo>
                    <a:pt x="2141281" y="3267111"/>
                  </a:lnTo>
                  <a:lnTo>
                    <a:pt x="2190711" y="3276817"/>
                  </a:lnTo>
                  <a:lnTo>
                    <a:pt x="2240854" y="3284447"/>
                  </a:lnTo>
                  <a:lnTo>
                    <a:pt x="2291666" y="3289955"/>
                  </a:lnTo>
                  <a:lnTo>
                    <a:pt x="2342053" y="3293225"/>
                  </a:lnTo>
                  <a:lnTo>
                    <a:pt x="2339952" y="3293225"/>
                  </a:lnTo>
                  <a:lnTo>
                    <a:pt x="2395110" y="3294416"/>
                  </a:lnTo>
                  <a:lnTo>
                    <a:pt x="3916631" y="3294416"/>
                  </a:lnTo>
                  <a:lnTo>
                    <a:pt x="3714121" y="3801160"/>
                  </a:lnTo>
                  <a:lnTo>
                    <a:pt x="3453737" y="3801160"/>
                  </a:lnTo>
                  <a:lnTo>
                    <a:pt x="3411455" y="3827022"/>
                  </a:lnTo>
                  <a:lnTo>
                    <a:pt x="3368493" y="3851858"/>
                  </a:lnTo>
                  <a:lnTo>
                    <a:pt x="3324868" y="3875652"/>
                  </a:lnTo>
                  <a:lnTo>
                    <a:pt x="3280597" y="3898384"/>
                  </a:lnTo>
                  <a:lnTo>
                    <a:pt x="3235697" y="3920039"/>
                  </a:lnTo>
                  <a:lnTo>
                    <a:pt x="3190185" y="3940599"/>
                  </a:lnTo>
                  <a:lnTo>
                    <a:pt x="3144077" y="3960047"/>
                  </a:lnTo>
                  <a:lnTo>
                    <a:pt x="3097390" y="3978365"/>
                  </a:lnTo>
                  <a:lnTo>
                    <a:pt x="3050142" y="3995536"/>
                  </a:lnTo>
                  <a:lnTo>
                    <a:pt x="3002348" y="4011544"/>
                  </a:lnTo>
                  <a:lnTo>
                    <a:pt x="2954026" y="4026369"/>
                  </a:lnTo>
                  <a:lnTo>
                    <a:pt x="2905193" y="4039997"/>
                  </a:lnTo>
                  <a:lnTo>
                    <a:pt x="2855865" y="4052408"/>
                  </a:lnTo>
                  <a:lnTo>
                    <a:pt x="2806059" y="4063586"/>
                  </a:lnTo>
                  <a:lnTo>
                    <a:pt x="2755792" y="4073514"/>
                  </a:lnTo>
                  <a:lnTo>
                    <a:pt x="2705081" y="4082174"/>
                  </a:lnTo>
                  <a:lnTo>
                    <a:pt x="2653943" y="4089549"/>
                  </a:lnTo>
                  <a:lnTo>
                    <a:pt x="2602394" y="4095622"/>
                  </a:lnTo>
                  <a:lnTo>
                    <a:pt x="2550452" y="4100376"/>
                  </a:lnTo>
                  <a:lnTo>
                    <a:pt x="2498132" y="4103792"/>
                  </a:lnTo>
                  <a:lnTo>
                    <a:pt x="2445453" y="4105855"/>
                  </a:lnTo>
                  <a:lnTo>
                    <a:pt x="2392430" y="4106546"/>
                  </a:lnTo>
                  <a:close/>
                </a:path>
                <a:path w="4391024" h="4106545">
                  <a:moveTo>
                    <a:pt x="3611761" y="4057297"/>
                  </a:moveTo>
                  <a:lnTo>
                    <a:pt x="3453737" y="3801160"/>
                  </a:lnTo>
                  <a:lnTo>
                    <a:pt x="3714121" y="3801160"/>
                  </a:lnTo>
                  <a:lnTo>
                    <a:pt x="3611761" y="4057297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60096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ML</a:t>
            </a:r>
            <a:r>
              <a:rPr dirty="0" spc="-200"/>
              <a:t> </a:t>
            </a:r>
            <a:r>
              <a:rPr dirty="0"/>
              <a:t>Life</a:t>
            </a:r>
            <a:r>
              <a:rPr dirty="0" spc="-195"/>
              <a:t> </a:t>
            </a:r>
            <a:r>
              <a:rPr dirty="0" spc="-355"/>
              <a:t>Cycle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2068803" y="1726222"/>
            <a:ext cx="152400" cy="5753100"/>
            <a:chOff x="2068803" y="1726222"/>
            <a:chExt cx="152400" cy="575310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68803" y="1726222"/>
              <a:ext cx="152400" cy="1523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68803" y="2526322"/>
              <a:ext cx="152400" cy="1523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68803" y="3326422"/>
              <a:ext cx="152400" cy="1523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68803" y="4126522"/>
              <a:ext cx="152400" cy="1523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68803" y="4926622"/>
              <a:ext cx="152400" cy="15239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68803" y="5726722"/>
              <a:ext cx="152400" cy="1523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68803" y="6526822"/>
              <a:ext cx="152400" cy="1523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68803" y="7326922"/>
              <a:ext cx="152400" cy="15239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427578" y="1256322"/>
            <a:ext cx="7128509" cy="6426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665095">
              <a:lnSpc>
                <a:spcPct val="116700"/>
              </a:lnSpc>
              <a:spcBef>
                <a:spcPts val="95"/>
              </a:spcBef>
            </a:pPr>
            <a:r>
              <a:rPr dirty="0" sz="4500" spc="-400">
                <a:latin typeface="Arial MT"/>
                <a:cs typeface="Arial MT"/>
              </a:rPr>
              <a:t>Frame</a:t>
            </a:r>
            <a:r>
              <a:rPr dirty="0" sz="4500" spc="-85">
                <a:latin typeface="Arial MT"/>
                <a:cs typeface="Arial MT"/>
              </a:rPr>
              <a:t> </a:t>
            </a:r>
            <a:r>
              <a:rPr dirty="0" sz="4500" spc="-30">
                <a:latin typeface="Arial MT"/>
                <a:cs typeface="Arial MT"/>
              </a:rPr>
              <a:t>the</a:t>
            </a:r>
            <a:r>
              <a:rPr dirty="0" sz="4500" spc="-265">
                <a:latin typeface="Arial MT"/>
                <a:cs typeface="Arial MT"/>
              </a:rPr>
              <a:t> </a:t>
            </a:r>
            <a:r>
              <a:rPr dirty="0" sz="4500" spc="-295">
                <a:latin typeface="Arial MT"/>
                <a:cs typeface="Arial MT"/>
              </a:rPr>
              <a:t>problem </a:t>
            </a:r>
            <a:r>
              <a:rPr dirty="0" sz="4500" spc="-285">
                <a:latin typeface="Arial MT"/>
                <a:cs typeface="Arial MT"/>
              </a:rPr>
              <a:t>Gathering</a:t>
            </a:r>
            <a:r>
              <a:rPr dirty="0" sz="4500" spc="-85">
                <a:latin typeface="Arial MT"/>
                <a:cs typeface="Arial MT"/>
              </a:rPr>
              <a:t> </a:t>
            </a:r>
            <a:r>
              <a:rPr dirty="0" sz="4500" spc="-20">
                <a:latin typeface="Arial MT"/>
                <a:cs typeface="Arial MT"/>
              </a:rPr>
              <a:t>Data </a:t>
            </a:r>
            <a:r>
              <a:rPr dirty="0" sz="4500" spc="-220">
                <a:latin typeface="Arial MT"/>
                <a:cs typeface="Arial MT"/>
              </a:rPr>
              <a:t>Data</a:t>
            </a:r>
            <a:r>
              <a:rPr dirty="0" sz="4500" spc="-90">
                <a:latin typeface="Arial MT"/>
                <a:cs typeface="Arial MT"/>
              </a:rPr>
              <a:t> </a:t>
            </a:r>
            <a:r>
              <a:rPr dirty="0" sz="4500" spc="-295">
                <a:latin typeface="Arial MT"/>
                <a:cs typeface="Arial MT"/>
              </a:rPr>
              <a:t>Preprocessing</a:t>
            </a:r>
            <a:endParaRPr sz="4500">
              <a:latin typeface="Arial MT"/>
              <a:cs typeface="Arial MT"/>
            </a:endParaRPr>
          </a:p>
          <a:p>
            <a:pPr marL="12700" marR="5080">
              <a:lnSpc>
                <a:spcPts val="6300"/>
              </a:lnSpc>
              <a:spcBef>
                <a:spcPts val="360"/>
              </a:spcBef>
            </a:pPr>
            <a:r>
              <a:rPr dirty="0" sz="4500" spc="-180">
                <a:latin typeface="Arial MT"/>
                <a:cs typeface="Arial MT"/>
              </a:rPr>
              <a:t>Exploratory</a:t>
            </a:r>
            <a:r>
              <a:rPr dirty="0" sz="4500" spc="-80">
                <a:latin typeface="Arial MT"/>
                <a:cs typeface="Arial MT"/>
              </a:rPr>
              <a:t> </a:t>
            </a:r>
            <a:r>
              <a:rPr dirty="0" sz="4500" spc="-220">
                <a:latin typeface="Arial MT"/>
                <a:cs typeface="Arial MT"/>
              </a:rPr>
              <a:t>Data</a:t>
            </a:r>
            <a:r>
              <a:rPr dirty="0" sz="4500" spc="-75">
                <a:latin typeface="Arial MT"/>
                <a:cs typeface="Arial MT"/>
              </a:rPr>
              <a:t> </a:t>
            </a:r>
            <a:r>
              <a:rPr dirty="0" sz="4500" spc="-280">
                <a:latin typeface="Arial MT"/>
                <a:cs typeface="Arial MT"/>
              </a:rPr>
              <a:t>Analysis</a:t>
            </a:r>
            <a:r>
              <a:rPr dirty="0" sz="4500" spc="-75">
                <a:latin typeface="Arial MT"/>
                <a:cs typeface="Arial MT"/>
              </a:rPr>
              <a:t> </a:t>
            </a:r>
            <a:r>
              <a:rPr dirty="0" sz="4500" spc="-440">
                <a:latin typeface="Arial MT"/>
                <a:cs typeface="Arial MT"/>
              </a:rPr>
              <a:t>EDA </a:t>
            </a:r>
            <a:r>
              <a:rPr dirty="0" sz="4500" spc="-254">
                <a:latin typeface="Arial MT"/>
                <a:cs typeface="Arial MT"/>
              </a:rPr>
              <a:t>Feature</a:t>
            </a:r>
            <a:r>
              <a:rPr dirty="0" sz="4500" spc="-75">
                <a:latin typeface="Arial MT"/>
                <a:cs typeface="Arial MT"/>
              </a:rPr>
              <a:t> </a:t>
            </a:r>
            <a:r>
              <a:rPr dirty="0" sz="4500" spc="-320">
                <a:latin typeface="Arial MT"/>
                <a:cs typeface="Arial MT"/>
              </a:rPr>
              <a:t>Engineering</a:t>
            </a:r>
            <a:r>
              <a:rPr dirty="0" sz="4500" spc="-70">
                <a:latin typeface="Arial MT"/>
                <a:cs typeface="Arial MT"/>
              </a:rPr>
              <a:t> </a:t>
            </a:r>
            <a:r>
              <a:rPr dirty="0" sz="4500" spc="125">
                <a:latin typeface="Arial MT"/>
                <a:cs typeface="Arial MT"/>
              </a:rPr>
              <a:t>/</a:t>
            </a:r>
            <a:r>
              <a:rPr dirty="0" sz="4500" spc="-75">
                <a:latin typeface="Arial MT"/>
                <a:cs typeface="Arial MT"/>
              </a:rPr>
              <a:t> </a:t>
            </a:r>
            <a:r>
              <a:rPr dirty="0" sz="4500" spc="-200">
                <a:latin typeface="Arial MT"/>
                <a:cs typeface="Arial MT"/>
              </a:rPr>
              <a:t>Selection </a:t>
            </a:r>
            <a:r>
              <a:rPr dirty="0" sz="4500" spc="-270">
                <a:latin typeface="Arial MT"/>
                <a:cs typeface="Arial MT"/>
              </a:rPr>
              <a:t>Model</a:t>
            </a:r>
            <a:r>
              <a:rPr dirty="0" sz="4500" spc="-70">
                <a:latin typeface="Arial MT"/>
                <a:cs typeface="Arial MT"/>
              </a:rPr>
              <a:t> </a:t>
            </a:r>
            <a:r>
              <a:rPr dirty="0" sz="4500" spc="-220">
                <a:latin typeface="Arial MT"/>
                <a:cs typeface="Arial MT"/>
              </a:rPr>
              <a:t>Training</a:t>
            </a:r>
            <a:r>
              <a:rPr dirty="0" sz="4500" spc="-70">
                <a:latin typeface="Arial MT"/>
                <a:cs typeface="Arial MT"/>
              </a:rPr>
              <a:t> </a:t>
            </a:r>
            <a:r>
              <a:rPr dirty="0" sz="4500" spc="-295">
                <a:latin typeface="Arial MT"/>
                <a:cs typeface="Arial MT"/>
              </a:rPr>
              <a:t>and</a:t>
            </a:r>
            <a:r>
              <a:rPr dirty="0" sz="4500" spc="-65">
                <a:latin typeface="Arial MT"/>
                <a:cs typeface="Arial MT"/>
              </a:rPr>
              <a:t> </a:t>
            </a:r>
            <a:r>
              <a:rPr dirty="0" sz="4500" spc="-275">
                <a:latin typeface="Arial MT"/>
                <a:cs typeface="Arial MT"/>
              </a:rPr>
              <a:t>Evaluation </a:t>
            </a:r>
            <a:r>
              <a:rPr dirty="0" sz="4500" spc="-270">
                <a:latin typeface="Arial MT"/>
                <a:cs typeface="Arial MT"/>
              </a:rPr>
              <a:t>Model</a:t>
            </a:r>
            <a:r>
              <a:rPr dirty="0" sz="4500" spc="-75">
                <a:latin typeface="Arial MT"/>
                <a:cs typeface="Arial MT"/>
              </a:rPr>
              <a:t> </a:t>
            </a:r>
            <a:r>
              <a:rPr dirty="0" sz="4500" spc="-280">
                <a:latin typeface="Arial MT"/>
                <a:cs typeface="Arial MT"/>
              </a:rPr>
              <a:t>Deployment</a:t>
            </a:r>
            <a:endParaRPr sz="4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4500" spc="-270">
                <a:latin typeface="Arial MT"/>
                <a:cs typeface="Arial MT"/>
              </a:rPr>
              <a:t>Model</a:t>
            </a:r>
            <a:r>
              <a:rPr dirty="0" sz="4500" spc="-65">
                <a:latin typeface="Arial MT"/>
                <a:cs typeface="Arial MT"/>
              </a:rPr>
              <a:t> </a:t>
            </a:r>
            <a:r>
              <a:rPr dirty="0" sz="4500" spc="-10">
                <a:latin typeface="Arial MT"/>
                <a:cs typeface="Arial MT"/>
              </a:rPr>
              <a:t>Testing</a:t>
            </a:r>
            <a:endParaRPr sz="4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70068" y="0"/>
              <a:ext cx="9217930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8277842"/>
              <a:ext cx="18288000" cy="2009775"/>
            </a:xfrm>
            <a:custGeom>
              <a:avLst/>
              <a:gdLst/>
              <a:ahLst/>
              <a:cxnLst/>
              <a:rect l="l" t="t" r="r" b="b"/>
              <a:pathLst>
                <a:path w="18288000" h="2009775">
                  <a:moveTo>
                    <a:pt x="18287999" y="2009157"/>
                  </a:moveTo>
                  <a:lnTo>
                    <a:pt x="0" y="2009157"/>
                  </a:lnTo>
                  <a:lnTo>
                    <a:pt x="0" y="0"/>
                  </a:lnTo>
                  <a:lnTo>
                    <a:pt x="18183642" y="0"/>
                  </a:lnTo>
                  <a:lnTo>
                    <a:pt x="18231655" y="2377"/>
                  </a:lnTo>
                  <a:lnTo>
                    <a:pt x="18278855" y="9420"/>
                  </a:lnTo>
                  <a:lnTo>
                    <a:pt x="18287999" y="11718"/>
                  </a:lnTo>
                  <a:lnTo>
                    <a:pt x="18287999" y="2009157"/>
                  </a:lnTo>
                  <a:close/>
                </a:path>
              </a:pathLst>
            </a:custGeom>
            <a:solidFill>
              <a:srgbClr val="00312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179322" y="582653"/>
            <a:ext cx="5781675" cy="98551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60"/>
              <a:t>Application</a:t>
            </a:r>
            <a:r>
              <a:rPr dirty="0" spc="-105"/>
              <a:t> </a:t>
            </a:r>
            <a:r>
              <a:rPr dirty="0" spc="175"/>
              <a:t>of</a:t>
            </a:r>
            <a:r>
              <a:rPr dirty="0" spc="-100"/>
              <a:t> </a:t>
            </a:r>
            <a:r>
              <a:rPr dirty="0" spc="-105"/>
              <a:t>ML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780699" y="2550867"/>
            <a:ext cx="152400" cy="3352800"/>
            <a:chOff x="1780699" y="2550867"/>
            <a:chExt cx="152400" cy="33528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0699" y="2550867"/>
              <a:ext cx="152400" cy="1523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0699" y="3350967"/>
              <a:ext cx="152400" cy="1523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0699" y="4151067"/>
              <a:ext cx="152400" cy="1523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0699" y="4951167"/>
              <a:ext cx="152400" cy="1523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0699" y="5751267"/>
              <a:ext cx="152400" cy="15239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2139474" y="2080967"/>
            <a:ext cx="7437755" cy="402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416050">
              <a:lnSpc>
                <a:spcPct val="116700"/>
              </a:lnSpc>
              <a:spcBef>
                <a:spcPts val="95"/>
              </a:spcBef>
            </a:pPr>
            <a:r>
              <a:rPr dirty="0" sz="4500" spc="-254">
                <a:latin typeface="Arial MT"/>
                <a:cs typeface="Arial MT"/>
              </a:rPr>
              <a:t>Retail</a:t>
            </a:r>
            <a:r>
              <a:rPr dirty="0" sz="4500" spc="-75">
                <a:latin typeface="Arial MT"/>
                <a:cs typeface="Arial MT"/>
              </a:rPr>
              <a:t> </a:t>
            </a:r>
            <a:r>
              <a:rPr dirty="0" sz="4500">
                <a:latin typeface="Arial MT"/>
                <a:cs typeface="Arial MT"/>
              </a:rPr>
              <a:t>-</a:t>
            </a:r>
            <a:r>
              <a:rPr dirty="0" sz="4500" spc="-70">
                <a:latin typeface="Arial MT"/>
                <a:cs typeface="Arial MT"/>
              </a:rPr>
              <a:t> </a:t>
            </a:r>
            <a:r>
              <a:rPr dirty="0" sz="4500" spc="-245">
                <a:latin typeface="Arial MT"/>
                <a:cs typeface="Arial MT"/>
              </a:rPr>
              <a:t>Amazon/</a:t>
            </a:r>
            <a:r>
              <a:rPr dirty="0" sz="4500" spc="-75">
                <a:latin typeface="Arial MT"/>
                <a:cs typeface="Arial MT"/>
              </a:rPr>
              <a:t> </a:t>
            </a:r>
            <a:r>
              <a:rPr dirty="0" sz="4500" spc="-295">
                <a:latin typeface="Arial MT"/>
                <a:cs typeface="Arial MT"/>
              </a:rPr>
              <a:t>BigBazar </a:t>
            </a:r>
            <a:r>
              <a:rPr dirty="0" sz="4500" spc="-330">
                <a:latin typeface="Arial MT"/>
                <a:cs typeface="Arial MT"/>
              </a:rPr>
              <a:t>Banking</a:t>
            </a:r>
            <a:r>
              <a:rPr dirty="0" sz="4500" spc="-70">
                <a:latin typeface="Arial MT"/>
                <a:cs typeface="Arial MT"/>
              </a:rPr>
              <a:t> </a:t>
            </a:r>
            <a:r>
              <a:rPr dirty="0" sz="4500" spc="-295">
                <a:latin typeface="Arial MT"/>
                <a:cs typeface="Arial MT"/>
              </a:rPr>
              <a:t>and</a:t>
            </a:r>
            <a:r>
              <a:rPr dirty="0" sz="4500" spc="-70">
                <a:latin typeface="Arial MT"/>
                <a:cs typeface="Arial MT"/>
              </a:rPr>
              <a:t> </a:t>
            </a:r>
            <a:r>
              <a:rPr dirty="0" sz="4500" spc="-335">
                <a:latin typeface="Arial MT"/>
                <a:cs typeface="Arial MT"/>
              </a:rPr>
              <a:t>Finance </a:t>
            </a:r>
            <a:r>
              <a:rPr dirty="0" sz="4500" spc="-25">
                <a:latin typeface="Arial MT"/>
                <a:cs typeface="Arial MT"/>
              </a:rPr>
              <a:t>Transport</a:t>
            </a:r>
            <a:endParaRPr sz="4500">
              <a:latin typeface="Arial MT"/>
              <a:cs typeface="Arial MT"/>
            </a:endParaRPr>
          </a:p>
          <a:p>
            <a:pPr marL="12700" marR="5080">
              <a:lnSpc>
                <a:spcPts val="6300"/>
              </a:lnSpc>
              <a:spcBef>
                <a:spcPts val="160"/>
              </a:spcBef>
            </a:pPr>
            <a:r>
              <a:rPr dirty="0" sz="4500" spc="-190">
                <a:latin typeface="Arial MT"/>
                <a:cs typeface="Arial MT"/>
              </a:rPr>
              <a:t>Manufacturing</a:t>
            </a:r>
            <a:r>
              <a:rPr dirty="0" sz="4500" spc="-75">
                <a:latin typeface="Arial MT"/>
                <a:cs typeface="Arial MT"/>
              </a:rPr>
              <a:t> </a:t>
            </a:r>
            <a:r>
              <a:rPr dirty="0" sz="4500" spc="-295">
                <a:latin typeface="Arial MT"/>
                <a:cs typeface="Arial MT"/>
              </a:rPr>
              <a:t>and</a:t>
            </a:r>
            <a:r>
              <a:rPr dirty="0" sz="4500" spc="-70">
                <a:latin typeface="Arial MT"/>
                <a:cs typeface="Arial MT"/>
              </a:rPr>
              <a:t> </a:t>
            </a:r>
            <a:r>
              <a:rPr dirty="0" sz="4500" spc="-229">
                <a:latin typeface="Arial MT"/>
                <a:cs typeface="Arial MT"/>
              </a:rPr>
              <a:t>Maintenance </a:t>
            </a:r>
            <a:r>
              <a:rPr dirty="0" sz="4500" spc="-285">
                <a:latin typeface="Arial MT"/>
                <a:cs typeface="Arial MT"/>
              </a:rPr>
              <a:t>Social</a:t>
            </a:r>
            <a:r>
              <a:rPr dirty="0" sz="4500" spc="-75">
                <a:latin typeface="Arial MT"/>
                <a:cs typeface="Arial MT"/>
              </a:rPr>
              <a:t> </a:t>
            </a:r>
            <a:r>
              <a:rPr dirty="0" sz="4500" spc="-310">
                <a:latin typeface="Arial MT"/>
                <a:cs typeface="Arial MT"/>
              </a:rPr>
              <a:t>Media</a:t>
            </a:r>
            <a:endParaRPr sz="4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8277842"/>
              <a:ext cx="18288000" cy="2009775"/>
            </a:xfrm>
            <a:custGeom>
              <a:avLst/>
              <a:gdLst/>
              <a:ahLst/>
              <a:cxnLst/>
              <a:rect l="l" t="t" r="r" b="b"/>
              <a:pathLst>
                <a:path w="18288000" h="2009775">
                  <a:moveTo>
                    <a:pt x="18287999" y="2009157"/>
                  </a:moveTo>
                  <a:lnTo>
                    <a:pt x="0" y="2009157"/>
                  </a:lnTo>
                  <a:lnTo>
                    <a:pt x="0" y="0"/>
                  </a:lnTo>
                  <a:lnTo>
                    <a:pt x="18183642" y="0"/>
                  </a:lnTo>
                  <a:lnTo>
                    <a:pt x="18231655" y="2377"/>
                  </a:lnTo>
                  <a:lnTo>
                    <a:pt x="18278855" y="9420"/>
                  </a:lnTo>
                  <a:lnTo>
                    <a:pt x="18287999" y="11718"/>
                  </a:lnTo>
                  <a:lnTo>
                    <a:pt x="18287999" y="2009157"/>
                  </a:lnTo>
                  <a:close/>
                </a:path>
              </a:pathLst>
            </a:custGeom>
            <a:solidFill>
              <a:srgbClr val="0031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40108" y="1944587"/>
              <a:ext cx="8801099" cy="5410199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537594" y="454025"/>
            <a:ext cx="2292985" cy="98551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29"/>
              <a:t>Sketch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70068" y="0"/>
              <a:ext cx="9217930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8277842"/>
              <a:ext cx="18288000" cy="2009775"/>
            </a:xfrm>
            <a:custGeom>
              <a:avLst/>
              <a:gdLst/>
              <a:ahLst/>
              <a:cxnLst/>
              <a:rect l="l" t="t" r="r" b="b"/>
              <a:pathLst>
                <a:path w="18288000" h="2009775">
                  <a:moveTo>
                    <a:pt x="18287999" y="2009157"/>
                  </a:moveTo>
                  <a:lnTo>
                    <a:pt x="0" y="2009157"/>
                  </a:lnTo>
                  <a:lnTo>
                    <a:pt x="0" y="0"/>
                  </a:lnTo>
                  <a:lnTo>
                    <a:pt x="18183642" y="0"/>
                  </a:lnTo>
                  <a:lnTo>
                    <a:pt x="18231655" y="2377"/>
                  </a:lnTo>
                  <a:lnTo>
                    <a:pt x="18278855" y="9420"/>
                  </a:lnTo>
                  <a:lnTo>
                    <a:pt x="18287999" y="11718"/>
                  </a:lnTo>
                  <a:lnTo>
                    <a:pt x="18287999" y="2009157"/>
                  </a:lnTo>
                  <a:close/>
                </a:path>
              </a:pathLst>
            </a:custGeom>
            <a:solidFill>
              <a:srgbClr val="0031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951608" y="2961528"/>
              <a:ext cx="2268220" cy="2259330"/>
            </a:xfrm>
            <a:custGeom>
              <a:avLst/>
              <a:gdLst/>
              <a:ahLst/>
              <a:cxnLst/>
              <a:rect l="l" t="t" r="r" b="b"/>
              <a:pathLst>
                <a:path w="2268220" h="2259329">
                  <a:moveTo>
                    <a:pt x="1255592" y="2259301"/>
                  </a:moveTo>
                  <a:lnTo>
                    <a:pt x="1208957" y="2249191"/>
                  </a:lnTo>
                  <a:lnTo>
                    <a:pt x="1167694" y="2228894"/>
                  </a:lnTo>
                  <a:lnTo>
                    <a:pt x="1133804" y="2199727"/>
                  </a:lnTo>
                  <a:lnTo>
                    <a:pt x="1109290" y="2163010"/>
                  </a:lnTo>
                  <a:lnTo>
                    <a:pt x="1096156" y="2120062"/>
                  </a:lnTo>
                  <a:lnTo>
                    <a:pt x="1094538" y="2101941"/>
                  </a:lnTo>
                  <a:lnTo>
                    <a:pt x="1095169" y="2084057"/>
                  </a:lnTo>
                  <a:lnTo>
                    <a:pt x="1107200" y="2037198"/>
                  </a:lnTo>
                  <a:lnTo>
                    <a:pt x="1125948" y="2004103"/>
                  </a:lnTo>
                  <a:lnTo>
                    <a:pt x="1142073" y="1909670"/>
                  </a:lnTo>
                  <a:lnTo>
                    <a:pt x="1113063" y="1851842"/>
                  </a:lnTo>
                  <a:lnTo>
                    <a:pt x="1071652" y="1822845"/>
                  </a:lnTo>
                  <a:lnTo>
                    <a:pt x="1050574" y="1814907"/>
                  </a:lnTo>
                  <a:lnTo>
                    <a:pt x="572411" y="1886060"/>
                  </a:lnTo>
                  <a:lnTo>
                    <a:pt x="501208" y="1408084"/>
                  </a:lnTo>
                  <a:lnTo>
                    <a:pt x="499718" y="1408233"/>
                  </a:lnTo>
                  <a:lnTo>
                    <a:pt x="485967" y="1390405"/>
                  </a:lnTo>
                  <a:lnTo>
                    <a:pt x="446129" y="1359278"/>
                  </a:lnTo>
                  <a:lnTo>
                    <a:pt x="382328" y="1348386"/>
                  </a:lnTo>
                  <a:lnTo>
                    <a:pt x="296685" y="1391263"/>
                  </a:lnTo>
                  <a:lnTo>
                    <a:pt x="288557" y="1401216"/>
                  </a:lnTo>
                  <a:lnTo>
                    <a:pt x="279815" y="1410484"/>
                  </a:lnTo>
                  <a:lnTo>
                    <a:pt x="245084" y="1436490"/>
                  </a:lnTo>
                  <a:lnTo>
                    <a:pt x="194349" y="1453634"/>
                  </a:lnTo>
                  <a:lnTo>
                    <a:pt x="149409" y="1453616"/>
                  </a:lnTo>
                  <a:lnTo>
                    <a:pt x="107128" y="1440888"/>
                  </a:lnTo>
                  <a:lnTo>
                    <a:pt x="69347" y="1416978"/>
                  </a:lnTo>
                  <a:lnTo>
                    <a:pt x="37905" y="1383418"/>
                  </a:lnTo>
                  <a:lnTo>
                    <a:pt x="14643" y="1341737"/>
                  </a:lnTo>
                  <a:lnTo>
                    <a:pt x="1401" y="1293465"/>
                  </a:lnTo>
                  <a:lnTo>
                    <a:pt x="0" y="1243498"/>
                  </a:lnTo>
                  <a:lnTo>
                    <a:pt x="10103" y="1196896"/>
                  </a:lnTo>
                  <a:lnTo>
                    <a:pt x="30401" y="1155662"/>
                  </a:lnTo>
                  <a:lnTo>
                    <a:pt x="59587" y="1121796"/>
                  </a:lnTo>
                  <a:lnTo>
                    <a:pt x="96350" y="1097300"/>
                  </a:lnTo>
                  <a:lnTo>
                    <a:pt x="139383" y="1084174"/>
                  </a:lnTo>
                  <a:lnTo>
                    <a:pt x="157493" y="1082618"/>
                  </a:lnTo>
                  <a:lnTo>
                    <a:pt x="175338" y="1083225"/>
                  </a:lnTo>
                  <a:lnTo>
                    <a:pt x="222219" y="1095213"/>
                  </a:lnTo>
                  <a:lnTo>
                    <a:pt x="255274" y="1114094"/>
                  </a:lnTo>
                  <a:lnTo>
                    <a:pt x="349796" y="1130122"/>
                  </a:lnTo>
                  <a:lnTo>
                    <a:pt x="407716" y="1101088"/>
                  </a:lnTo>
                  <a:lnTo>
                    <a:pt x="436785" y="1059690"/>
                  </a:lnTo>
                  <a:lnTo>
                    <a:pt x="444752" y="1038624"/>
                  </a:lnTo>
                  <a:lnTo>
                    <a:pt x="446092" y="1038475"/>
                  </a:lnTo>
                  <a:lnTo>
                    <a:pt x="375038" y="560648"/>
                  </a:lnTo>
                  <a:lnTo>
                    <a:pt x="871374" y="486816"/>
                  </a:lnTo>
                  <a:lnTo>
                    <a:pt x="890782" y="466173"/>
                  </a:lnTo>
                  <a:lnTo>
                    <a:pt x="908052" y="436348"/>
                  </a:lnTo>
                  <a:lnTo>
                    <a:pt x="915648" y="397806"/>
                  </a:lnTo>
                  <a:lnTo>
                    <a:pt x="906033" y="351012"/>
                  </a:lnTo>
                  <a:lnTo>
                    <a:pt x="871672" y="296429"/>
                  </a:lnTo>
                  <a:lnTo>
                    <a:pt x="861734" y="288391"/>
                  </a:lnTo>
                  <a:lnTo>
                    <a:pt x="852494" y="279683"/>
                  </a:lnTo>
                  <a:lnTo>
                    <a:pt x="843980" y="270305"/>
                  </a:lnTo>
                  <a:lnTo>
                    <a:pt x="836220" y="260257"/>
                  </a:lnTo>
                  <a:lnTo>
                    <a:pt x="835773" y="259960"/>
                  </a:lnTo>
                  <a:lnTo>
                    <a:pt x="835922" y="259811"/>
                  </a:lnTo>
                  <a:lnTo>
                    <a:pt x="826540" y="244888"/>
                  </a:lnTo>
                  <a:lnTo>
                    <a:pt x="818847" y="228960"/>
                  </a:lnTo>
                  <a:lnTo>
                    <a:pt x="813026" y="212084"/>
                  </a:lnTo>
                  <a:lnTo>
                    <a:pt x="809258" y="194314"/>
                  </a:lnTo>
                  <a:lnTo>
                    <a:pt x="809338" y="149354"/>
                  </a:lnTo>
                  <a:lnTo>
                    <a:pt x="822113" y="107085"/>
                  </a:lnTo>
                  <a:lnTo>
                    <a:pt x="846051" y="69331"/>
                  </a:lnTo>
                  <a:lnTo>
                    <a:pt x="879622" y="37916"/>
                  </a:lnTo>
                  <a:lnTo>
                    <a:pt x="921295" y="14664"/>
                  </a:lnTo>
                  <a:lnTo>
                    <a:pt x="969539" y="1397"/>
                  </a:lnTo>
                  <a:lnTo>
                    <a:pt x="1019604" y="0"/>
                  </a:lnTo>
                  <a:lnTo>
                    <a:pt x="1066281" y="10113"/>
                  </a:lnTo>
                  <a:lnTo>
                    <a:pt x="1107570" y="30424"/>
                  </a:lnTo>
                  <a:lnTo>
                    <a:pt x="1141473" y="59616"/>
                  </a:lnTo>
                  <a:lnTo>
                    <a:pt x="1165991" y="96375"/>
                  </a:lnTo>
                  <a:lnTo>
                    <a:pt x="1179127" y="139386"/>
                  </a:lnTo>
                  <a:lnTo>
                    <a:pt x="1180681" y="157421"/>
                  </a:lnTo>
                  <a:lnTo>
                    <a:pt x="1180058" y="175261"/>
                  </a:lnTo>
                  <a:lnTo>
                    <a:pt x="1168080" y="222101"/>
                  </a:lnTo>
                  <a:lnTo>
                    <a:pt x="1149185" y="255196"/>
                  </a:lnTo>
                  <a:lnTo>
                    <a:pt x="1132213" y="317342"/>
                  </a:lnTo>
                  <a:lnTo>
                    <a:pt x="1136642" y="364883"/>
                  </a:lnTo>
                  <a:lnTo>
                    <a:pt x="1155127" y="399541"/>
                  </a:lnTo>
                  <a:lnTo>
                    <a:pt x="1180326" y="423039"/>
                  </a:lnTo>
                  <a:lnTo>
                    <a:pt x="1204897" y="437098"/>
                  </a:lnTo>
                  <a:lnTo>
                    <a:pt x="1701233" y="363265"/>
                  </a:lnTo>
                  <a:lnTo>
                    <a:pt x="1773926" y="850322"/>
                  </a:lnTo>
                  <a:lnTo>
                    <a:pt x="1791819" y="869881"/>
                  </a:lnTo>
                  <a:lnTo>
                    <a:pt x="1821116" y="890584"/>
                  </a:lnTo>
                  <a:lnTo>
                    <a:pt x="1861175" y="902356"/>
                  </a:lnTo>
                  <a:lnTo>
                    <a:pt x="1911351" y="895121"/>
                  </a:lnTo>
                  <a:lnTo>
                    <a:pt x="1971000" y="858807"/>
                  </a:lnTo>
                  <a:lnTo>
                    <a:pt x="1979149" y="848875"/>
                  </a:lnTo>
                  <a:lnTo>
                    <a:pt x="1987926" y="839641"/>
                  </a:lnTo>
                  <a:lnTo>
                    <a:pt x="2022601" y="813726"/>
                  </a:lnTo>
                  <a:lnTo>
                    <a:pt x="2073336" y="796436"/>
                  </a:lnTo>
                  <a:lnTo>
                    <a:pt x="2118276" y="796516"/>
                  </a:lnTo>
                  <a:lnTo>
                    <a:pt x="2160555" y="809282"/>
                  </a:lnTo>
                  <a:lnTo>
                    <a:pt x="2198332" y="833203"/>
                  </a:lnTo>
                  <a:lnTo>
                    <a:pt x="2229766" y="866751"/>
                  </a:lnTo>
                  <a:lnTo>
                    <a:pt x="2253016" y="908395"/>
                  </a:lnTo>
                  <a:lnTo>
                    <a:pt x="2266240" y="956605"/>
                  </a:lnTo>
                  <a:lnTo>
                    <a:pt x="2267649" y="1006635"/>
                  </a:lnTo>
                  <a:lnTo>
                    <a:pt x="2257556" y="1053279"/>
                  </a:lnTo>
                  <a:lnTo>
                    <a:pt x="2237267" y="1094539"/>
                  </a:lnTo>
                  <a:lnTo>
                    <a:pt x="2208090" y="1128418"/>
                  </a:lnTo>
                  <a:lnTo>
                    <a:pt x="2171332" y="1152919"/>
                  </a:lnTo>
                  <a:lnTo>
                    <a:pt x="2128302" y="1166045"/>
                  </a:lnTo>
                  <a:lnTo>
                    <a:pt x="2110192" y="1167599"/>
                  </a:lnTo>
                  <a:lnTo>
                    <a:pt x="2092347" y="1166976"/>
                  </a:lnTo>
                  <a:lnTo>
                    <a:pt x="2045466" y="1155007"/>
                  </a:lnTo>
                  <a:lnTo>
                    <a:pt x="2012411" y="1136125"/>
                  </a:lnTo>
                  <a:lnTo>
                    <a:pt x="1944726" y="1118772"/>
                  </a:lnTo>
                  <a:lnTo>
                    <a:pt x="1894573" y="1126448"/>
                  </a:lnTo>
                  <a:lnTo>
                    <a:pt x="1859642" y="1149351"/>
                  </a:lnTo>
                  <a:lnTo>
                    <a:pt x="1837625" y="1177676"/>
                  </a:lnTo>
                  <a:lnTo>
                    <a:pt x="1826211" y="1201622"/>
                  </a:lnTo>
                  <a:lnTo>
                    <a:pt x="1898754" y="1688678"/>
                  </a:lnTo>
                  <a:lnTo>
                    <a:pt x="1420442" y="1759831"/>
                  </a:lnTo>
                  <a:lnTo>
                    <a:pt x="1411643" y="1766053"/>
                  </a:lnTo>
                  <a:lnTo>
                    <a:pt x="1392007" y="1784155"/>
                  </a:lnTo>
                  <a:lnTo>
                    <a:pt x="1371453" y="1813512"/>
                  </a:lnTo>
                  <a:lnTo>
                    <a:pt x="1359898" y="1853500"/>
                  </a:lnTo>
                  <a:lnTo>
                    <a:pt x="1367261" y="1903494"/>
                  </a:lnTo>
                  <a:lnTo>
                    <a:pt x="1403461" y="1962870"/>
                  </a:lnTo>
                  <a:lnTo>
                    <a:pt x="1413399" y="1970929"/>
                  </a:lnTo>
                  <a:lnTo>
                    <a:pt x="1422640" y="1979672"/>
                  </a:lnTo>
                  <a:lnTo>
                    <a:pt x="1431154" y="1989057"/>
                  </a:lnTo>
                  <a:lnTo>
                    <a:pt x="1438914" y="1999042"/>
                  </a:lnTo>
                  <a:lnTo>
                    <a:pt x="1439360" y="1999340"/>
                  </a:lnTo>
                  <a:lnTo>
                    <a:pt x="1439211" y="1999489"/>
                  </a:lnTo>
                  <a:lnTo>
                    <a:pt x="1448656" y="2014411"/>
                  </a:lnTo>
                  <a:lnTo>
                    <a:pt x="1456342" y="2030339"/>
                  </a:lnTo>
                  <a:lnTo>
                    <a:pt x="1462128" y="2047215"/>
                  </a:lnTo>
                  <a:lnTo>
                    <a:pt x="1465875" y="2064985"/>
                  </a:lnTo>
                  <a:lnTo>
                    <a:pt x="1465857" y="2109956"/>
                  </a:lnTo>
                  <a:lnTo>
                    <a:pt x="1453120" y="2152248"/>
                  </a:lnTo>
                  <a:lnTo>
                    <a:pt x="1429194" y="2190024"/>
                  </a:lnTo>
                  <a:lnTo>
                    <a:pt x="1395610" y="2221449"/>
                  </a:lnTo>
                  <a:lnTo>
                    <a:pt x="1353900" y="2244687"/>
                  </a:lnTo>
                  <a:lnTo>
                    <a:pt x="1305594" y="2257902"/>
                  </a:lnTo>
                  <a:lnTo>
                    <a:pt x="1255592" y="2259301"/>
                  </a:lnTo>
                  <a:close/>
                </a:path>
              </a:pathLst>
            </a:custGeom>
            <a:solidFill>
              <a:srgbClr val="F148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951607" y="3501189"/>
              <a:ext cx="1899285" cy="1720214"/>
            </a:xfrm>
            <a:custGeom>
              <a:avLst/>
              <a:gdLst/>
              <a:ahLst/>
              <a:cxnLst/>
              <a:rect l="l" t="t" r="r" b="b"/>
              <a:pathLst>
                <a:path w="1899285" h="1720214">
                  <a:moveTo>
                    <a:pt x="1255592" y="1719640"/>
                  </a:moveTo>
                  <a:lnTo>
                    <a:pt x="1208958" y="1709531"/>
                  </a:lnTo>
                  <a:lnTo>
                    <a:pt x="1167694" y="1689234"/>
                  </a:lnTo>
                  <a:lnTo>
                    <a:pt x="1133804" y="1660067"/>
                  </a:lnTo>
                  <a:lnTo>
                    <a:pt x="1109291" y="1623350"/>
                  </a:lnTo>
                  <a:lnTo>
                    <a:pt x="1096156" y="1580402"/>
                  </a:lnTo>
                  <a:lnTo>
                    <a:pt x="1094538" y="1562281"/>
                  </a:lnTo>
                  <a:lnTo>
                    <a:pt x="1095169" y="1544397"/>
                  </a:lnTo>
                  <a:lnTo>
                    <a:pt x="1107200" y="1497538"/>
                  </a:lnTo>
                  <a:lnTo>
                    <a:pt x="1125948" y="1464443"/>
                  </a:lnTo>
                  <a:lnTo>
                    <a:pt x="1142073" y="1370010"/>
                  </a:lnTo>
                  <a:lnTo>
                    <a:pt x="1113063" y="1312182"/>
                  </a:lnTo>
                  <a:lnTo>
                    <a:pt x="1071652" y="1283185"/>
                  </a:lnTo>
                  <a:lnTo>
                    <a:pt x="1050574" y="1275247"/>
                  </a:lnTo>
                  <a:lnTo>
                    <a:pt x="572411" y="1346400"/>
                  </a:lnTo>
                  <a:lnTo>
                    <a:pt x="501208" y="868424"/>
                  </a:lnTo>
                  <a:lnTo>
                    <a:pt x="499718" y="868573"/>
                  </a:lnTo>
                  <a:lnTo>
                    <a:pt x="485967" y="850745"/>
                  </a:lnTo>
                  <a:lnTo>
                    <a:pt x="446130" y="819618"/>
                  </a:lnTo>
                  <a:lnTo>
                    <a:pt x="382328" y="808726"/>
                  </a:lnTo>
                  <a:lnTo>
                    <a:pt x="296685" y="851603"/>
                  </a:lnTo>
                  <a:lnTo>
                    <a:pt x="288558" y="861556"/>
                  </a:lnTo>
                  <a:lnTo>
                    <a:pt x="279816" y="870824"/>
                  </a:lnTo>
                  <a:lnTo>
                    <a:pt x="245085" y="896830"/>
                  </a:lnTo>
                  <a:lnTo>
                    <a:pt x="194349" y="913974"/>
                  </a:lnTo>
                  <a:lnTo>
                    <a:pt x="149409" y="913956"/>
                  </a:lnTo>
                  <a:lnTo>
                    <a:pt x="107128" y="901228"/>
                  </a:lnTo>
                  <a:lnTo>
                    <a:pt x="69347" y="877318"/>
                  </a:lnTo>
                  <a:lnTo>
                    <a:pt x="37905" y="843758"/>
                  </a:lnTo>
                  <a:lnTo>
                    <a:pt x="14643" y="802077"/>
                  </a:lnTo>
                  <a:lnTo>
                    <a:pt x="1401" y="753805"/>
                  </a:lnTo>
                  <a:lnTo>
                    <a:pt x="0" y="703838"/>
                  </a:lnTo>
                  <a:lnTo>
                    <a:pt x="10103" y="657237"/>
                  </a:lnTo>
                  <a:lnTo>
                    <a:pt x="30401" y="616002"/>
                  </a:lnTo>
                  <a:lnTo>
                    <a:pt x="59587" y="582136"/>
                  </a:lnTo>
                  <a:lnTo>
                    <a:pt x="96350" y="557640"/>
                  </a:lnTo>
                  <a:lnTo>
                    <a:pt x="139383" y="544514"/>
                  </a:lnTo>
                  <a:lnTo>
                    <a:pt x="157493" y="542958"/>
                  </a:lnTo>
                  <a:lnTo>
                    <a:pt x="175338" y="543565"/>
                  </a:lnTo>
                  <a:lnTo>
                    <a:pt x="222219" y="555553"/>
                  </a:lnTo>
                  <a:lnTo>
                    <a:pt x="255274" y="574434"/>
                  </a:lnTo>
                  <a:lnTo>
                    <a:pt x="349796" y="590462"/>
                  </a:lnTo>
                  <a:lnTo>
                    <a:pt x="407716" y="561428"/>
                  </a:lnTo>
                  <a:lnTo>
                    <a:pt x="436785" y="520030"/>
                  </a:lnTo>
                  <a:lnTo>
                    <a:pt x="444752" y="498964"/>
                  </a:lnTo>
                  <a:lnTo>
                    <a:pt x="446092" y="498815"/>
                  </a:lnTo>
                  <a:lnTo>
                    <a:pt x="375038" y="20988"/>
                  </a:lnTo>
                  <a:lnTo>
                    <a:pt x="515359" y="0"/>
                  </a:lnTo>
                  <a:lnTo>
                    <a:pt x="526078" y="29068"/>
                  </a:lnTo>
                  <a:lnTo>
                    <a:pt x="537754" y="58729"/>
                  </a:lnTo>
                  <a:lnTo>
                    <a:pt x="564141" y="119543"/>
                  </a:lnTo>
                  <a:lnTo>
                    <a:pt x="594842" y="181873"/>
                  </a:lnTo>
                  <a:lnTo>
                    <a:pt x="630183" y="245153"/>
                  </a:lnTo>
                  <a:lnTo>
                    <a:pt x="670489" y="308815"/>
                  </a:lnTo>
                  <a:lnTo>
                    <a:pt x="692604" y="340611"/>
                  </a:lnTo>
                  <a:lnTo>
                    <a:pt x="716082" y="372291"/>
                  </a:lnTo>
                  <a:lnTo>
                    <a:pt x="740963" y="403782"/>
                  </a:lnTo>
                  <a:lnTo>
                    <a:pt x="767288" y="435015"/>
                  </a:lnTo>
                  <a:lnTo>
                    <a:pt x="795098" y="465917"/>
                  </a:lnTo>
                  <a:lnTo>
                    <a:pt x="824432" y="496418"/>
                  </a:lnTo>
                  <a:lnTo>
                    <a:pt x="855331" y="526448"/>
                  </a:lnTo>
                  <a:lnTo>
                    <a:pt x="887837" y="555935"/>
                  </a:lnTo>
                  <a:lnTo>
                    <a:pt x="921989" y="584808"/>
                  </a:lnTo>
                  <a:lnTo>
                    <a:pt x="957827" y="612996"/>
                  </a:lnTo>
                  <a:lnTo>
                    <a:pt x="995394" y="640429"/>
                  </a:lnTo>
                  <a:lnTo>
                    <a:pt x="1034728" y="667036"/>
                  </a:lnTo>
                  <a:lnTo>
                    <a:pt x="1075872" y="692745"/>
                  </a:lnTo>
                  <a:lnTo>
                    <a:pt x="1118864" y="717486"/>
                  </a:lnTo>
                  <a:lnTo>
                    <a:pt x="1163746" y="741187"/>
                  </a:lnTo>
                  <a:lnTo>
                    <a:pt x="1210559" y="763779"/>
                  </a:lnTo>
                  <a:lnTo>
                    <a:pt x="1259342" y="785190"/>
                  </a:lnTo>
                  <a:lnTo>
                    <a:pt x="1310137" y="805348"/>
                  </a:lnTo>
                  <a:lnTo>
                    <a:pt x="1362984" y="824184"/>
                  </a:lnTo>
                  <a:lnTo>
                    <a:pt x="1417923" y="841626"/>
                  </a:lnTo>
                  <a:lnTo>
                    <a:pt x="1474995" y="857603"/>
                  </a:lnTo>
                  <a:lnTo>
                    <a:pt x="1534241" y="872045"/>
                  </a:lnTo>
                  <a:lnTo>
                    <a:pt x="1595701" y="884880"/>
                  </a:lnTo>
                  <a:lnTo>
                    <a:pt x="1659416" y="896038"/>
                  </a:lnTo>
                  <a:lnTo>
                    <a:pt x="1725426" y="905447"/>
                  </a:lnTo>
                  <a:lnTo>
                    <a:pt x="1793772" y="913038"/>
                  </a:lnTo>
                  <a:lnTo>
                    <a:pt x="1864494" y="918738"/>
                  </a:lnTo>
                  <a:lnTo>
                    <a:pt x="1898755" y="1149017"/>
                  </a:lnTo>
                  <a:lnTo>
                    <a:pt x="1420443" y="1220171"/>
                  </a:lnTo>
                  <a:lnTo>
                    <a:pt x="1371453" y="1273852"/>
                  </a:lnTo>
                  <a:lnTo>
                    <a:pt x="1359898" y="1313839"/>
                  </a:lnTo>
                  <a:lnTo>
                    <a:pt x="1367262" y="1363834"/>
                  </a:lnTo>
                  <a:lnTo>
                    <a:pt x="1403461" y="1423210"/>
                  </a:lnTo>
                  <a:lnTo>
                    <a:pt x="1413400" y="1431269"/>
                  </a:lnTo>
                  <a:lnTo>
                    <a:pt x="1422640" y="1440012"/>
                  </a:lnTo>
                  <a:lnTo>
                    <a:pt x="1431154" y="1449397"/>
                  </a:lnTo>
                  <a:lnTo>
                    <a:pt x="1438914" y="1459382"/>
                  </a:lnTo>
                  <a:lnTo>
                    <a:pt x="1439361" y="1459679"/>
                  </a:lnTo>
                  <a:lnTo>
                    <a:pt x="1448657" y="1474751"/>
                  </a:lnTo>
                  <a:lnTo>
                    <a:pt x="1456342" y="1490678"/>
                  </a:lnTo>
                  <a:lnTo>
                    <a:pt x="1462128" y="1507555"/>
                  </a:lnTo>
                  <a:lnTo>
                    <a:pt x="1465876" y="1525325"/>
                  </a:lnTo>
                  <a:lnTo>
                    <a:pt x="1465858" y="1570296"/>
                  </a:lnTo>
                  <a:lnTo>
                    <a:pt x="1453120" y="1612587"/>
                  </a:lnTo>
                  <a:lnTo>
                    <a:pt x="1429194" y="1650364"/>
                  </a:lnTo>
                  <a:lnTo>
                    <a:pt x="1395610" y="1681789"/>
                  </a:lnTo>
                  <a:lnTo>
                    <a:pt x="1353900" y="1705027"/>
                  </a:lnTo>
                  <a:lnTo>
                    <a:pt x="1305594" y="1718242"/>
                  </a:lnTo>
                  <a:lnTo>
                    <a:pt x="1255592" y="1719640"/>
                  </a:lnTo>
                  <a:close/>
                </a:path>
              </a:pathLst>
            </a:custGeom>
            <a:solidFill>
              <a:srgbClr val="D933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2596086" y="4416950"/>
              <a:ext cx="1732914" cy="1731645"/>
            </a:xfrm>
            <a:custGeom>
              <a:avLst/>
              <a:gdLst/>
              <a:ahLst/>
              <a:cxnLst/>
              <a:rect l="l" t="t" r="r" b="b"/>
              <a:pathLst>
                <a:path w="1732914" h="1731645">
                  <a:moveTo>
                    <a:pt x="480844" y="1731341"/>
                  </a:moveTo>
                  <a:lnTo>
                    <a:pt x="307454" y="1280308"/>
                  </a:lnTo>
                  <a:lnTo>
                    <a:pt x="310652" y="1258024"/>
                  </a:lnTo>
                  <a:lnTo>
                    <a:pt x="330022" y="1211332"/>
                  </a:lnTo>
                  <a:lnTo>
                    <a:pt x="380226" y="1170474"/>
                  </a:lnTo>
                  <a:lnTo>
                    <a:pt x="475928" y="1165689"/>
                  </a:lnTo>
                  <a:lnTo>
                    <a:pt x="487901" y="1170308"/>
                  </a:lnTo>
                  <a:lnTo>
                    <a:pt x="500097" y="1174062"/>
                  </a:lnTo>
                  <a:lnTo>
                    <a:pt x="512461" y="1176867"/>
                  </a:lnTo>
                  <a:lnTo>
                    <a:pt x="524936" y="1178640"/>
                  </a:lnTo>
                  <a:lnTo>
                    <a:pt x="543135" y="1179610"/>
                  </a:lnTo>
                  <a:lnTo>
                    <a:pt x="560780" y="1178435"/>
                  </a:lnTo>
                  <a:lnTo>
                    <a:pt x="634814" y="1147505"/>
                  </a:lnTo>
                  <a:lnTo>
                    <a:pt x="665362" y="1115580"/>
                  </a:lnTo>
                  <a:lnTo>
                    <a:pt x="686484" y="1076171"/>
                  </a:lnTo>
                  <a:lnTo>
                    <a:pt x="697327" y="1031515"/>
                  </a:lnTo>
                  <a:lnTo>
                    <a:pt x="697041" y="983849"/>
                  </a:lnTo>
                  <a:lnTo>
                    <a:pt x="684771" y="935410"/>
                  </a:lnTo>
                  <a:lnTo>
                    <a:pt x="661404" y="891132"/>
                  </a:lnTo>
                  <a:lnTo>
                    <a:pt x="629666" y="855479"/>
                  </a:lnTo>
                  <a:lnTo>
                    <a:pt x="591689" y="829536"/>
                  </a:lnTo>
                  <a:lnTo>
                    <a:pt x="549603" y="814384"/>
                  </a:lnTo>
                  <a:lnTo>
                    <a:pt x="505539" y="811108"/>
                  </a:lnTo>
                  <a:lnTo>
                    <a:pt x="461628" y="820791"/>
                  </a:lnTo>
                  <a:lnTo>
                    <a:pt x="415920" y="848736"/>
                  </a:lnTo>
                  <a:lnTo>
                    <a:pt x="387651" y="881542"/>
                  </a:lnTo>
                  <a:lnTo>
                    <a:pt x="375380" y="904000"/>
                  </a:lnTo>
                  <a:lnTo>
                    <a:pt x="301086" y="964445"/>
                  </a:lnTo>
                  <a:lnTo>
                    <a:pt x="236400" y="967674"/>
                  </a:lnTo>
                  <a:lnTo>
                    <a:pt x="190706" y="945950"/>
                  </a:lnTo>
                  <a:lnTo>
                    <a:pt x="173389" y="931539"/>
                  </a:lnTo>
                  <a:lnTo>
                    <a:pt x="0" y="480506"/>
                  </a:lnTo>
                  <a:lnTo>
                    <a:pt x="451350" y="307238"/>
                  </a:lnTo>
                  <a:lnTo>
                    <a:pt x="473652" y="310434"/>
                  </a:lnTo>
                  <a:lnTo>
                    <a:pt x="520393" y="329790"/>
                  </a:lnTo>
                  <a:lnTo>
                    <a:pt x="561325" y="379959"/>
                  </a:lnTo>
                  <a:lnTo>
                    <a:pt x="566198" y="475594"/>
                  </a:lnTo>
                  <a:lnTo>
                    <a:pt x="561448" y="487472"/>
                  </a:lnTo>
                  <a:lnTo>
                    <a:pt x="557689" y="499615"/>
                  </a:lnTo>
                  <a:lnTo>
                    <a:pt x="554908" y="511954"/>
                  </a:lnTo>
                  <a:lnTo>
                    <a:pt x="553090" y="524418"/>
                  </a:lnTo>
                  <a:lnTo>
                    <a:pt x="552184" y="542604"/>
                  </a:lnTo>
                  <a:lnTo>
                    <a:pt x="553369" y="560237"/>
                  </a:lnTo>
                  <a:lnTo>
                    <a:pt x="584334" y="634219"/>
                  </a:lnTo>
                  <a:lnTo>
                    <a:pt x="616243" y="664745"/>
                  </a:lnTo>
                  <a:lnTo>
                    <a:pt x="655668" y="685852"/>
                  </a:lnTo>
                  <a:lnTo>
                    <a:pt x="700368" y="696689"/>
                  </a:lnTo>
                  <a:lnTo>
                    <a:pt x="748105" y="696402"/>
                  </a:lnTo>
                  <a:lnTo>
                    <a:pt x="796640" y="684141"/>
                  </a:lnTo>
                  <a:lnTo>
                    <a:pt x="840886" y="660790"/>
                  </a:lnTo>
                  <a:lnTo>
                    <a:pt x="876522" y="629075"/>
                  </a:lnTo>
                  <a:lnTo>
                    <a:pt x="902458" y="591124"/>
                  </a:lnTo>
                  <a:lnTo>
                    <a:pt x="917607" y="549068"/>
                  </a:lnTo>
                  <a:lnTo>
                    <a:pt x="920881" y="505035"/>
                  </a:lnTo>
                  <a:lnTo>
                    <a:pt x="911191" y="461155"/>
                  </a:lnTo>
                  <a:lnTo>
                    <a:pt x="883247" y="415479"/>
                  </a:lnTo>
                  <a:lnTo>
                    <a:pt x="850415" y="387248"/>
                  </a:lnTo>
                  <a:lnTo>
                    <a:pt x="828071" y="374967"/>
                  </a:lnTo>
                  <a:lnTo>
                    <a:pt x="767498" y="300748"/>
                  </a:lnTo>
                  <a:lnTo>
                    <a:pt x="764223" y="236159"/>
                  </a:lnTo>
                  <a:lnTo>
                    <a:pt x="785946" y="190549"/>
                  </a:lnTo>
                  <a:lnTo>
                    <a:pt x="800365" y="173268"/>
                  </a:lnTo>
                  <a:lnTo>
                    <a:pt x="1251864" y="0"/>
                  </a:lnTo>
                  <a:lnTo>
                    <a:pt x="1732559" y="1250835"/>
                  </a:lnTo>
                  <a:lnTo>
                    <a:pt x="480844" y="1731341"/>
                  </a:lnTo>
                  <a:close/>
                </a:path>
              </a:pathLst>
            </a:custGeom>
            <a:solidFill>
              <a:srgbClr val="61A2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3010346" y="4416950"/>
              <a:ext cx="1318895" cy="1731645"/>
            </a:xfrm>
            <a:custGeom>
              <a:avLst/>
              <a:gdLst/>
              <a:ahLst/>
              <a:cxnLst/>
              <a:rect l="l" t="t" r="r" b="b"/>
              <a:pathLst>
                <a:path w="1318894" h="1731645">
                  <a:moveTo>
                    <a:pt x="66585" y="1731341"/>
                  </a:moveTo>
                  <a:lnTo>
                    <a:pt x="0" y="1557924"/>
                  </a:lnTo>
                  <a:lnTo>
                    <a:pt x="22505" y="1551329"/>
                  </a:lnTo>
                  <a:lnTo>
                    <a:pt x="46022" y="1543933"/>
                  </a:lnTo>
                  <a:lnTo>
                    <a:pt x="95734" y="1526574"/>
                  </a:lnTo>
                  <a:lnTo>
                    <a:pt x="148419" y="1505502"/>
                  </a:lnTo>
                  <a:lnTo>
                    <a:pt x="203361" y="1480374"/>
                  </a:lnTo>
                  <a:lnTo>
                    <a:pt x="259846" y="1450848"/>
                  </a:lnTo>
                  <a:lnTo>
                    <a:pt x="317156" y="1416581"/>
                  </a:lnTo>
                  <a:lnTo>
                    <a:pt x="374577" y="1377228"/>
                  </a:lnTo>
                  <a:lnTo>
                    <a:pt x="431393" y="1332447"/>
                  </a:lnTo>
                  <a:lnTo>
                    <a:pt x="486888" y="1281895"/>
                  </a:lnTo>
                  <a:lnTo>
                    <a:pt x="513917" y="1254348"/>
                  </a:lnTo>
                  <a:lnTo>
                    <a:pt x="540347" y="1225229"/>
                  </a:lnTo>
                  <a:lnTo>
                    <a:pt x="566088" y="1194495"/>
                  </a:lnTo>
                  <a:lnTo>
                    <a:pt x="591053" y="1162104"/>
                  </a:lnTo>
                  <a:lnTo>
                    <a:pt x="615150" y="1128013"/>
                  </a:lnTo>
                  <a:lnTo>
                    <a:pt x="638292" y="1092179"/>
                  </a:lnTo>
                  <a:lnTo>
                    <a:pt x="660387" y="1054558"/>
                  </a:lnTo>
                  <a:lnTo>
                    <a:pt x="681347" y="1015109"/>
                  </a:lnTo>
                  <a:lnTo>
                    <a:pt x="701082" y="973788"/>
                  </a:lnTo>
                  <a:lnTo>
                    <a:pt x="719503" y="930552"/>
                  </a:lnTo>
                  <a:lnTo>
                    <a:pt x="736520" y="885359"/>
                  </a:lnTo>
                  <a:lnTo>
                    <a:pt x="752044" y="838164"/>
                  </a:lnTo>
                  <a:lnTo>
                    <a:pt x="765985" y="788927"/>
                  </a:lnTo>
                  <a:lnTo>
                    <a:pt x="778255" y="737603"/>
                  </a:lnTo>
                  <a:lnTo>
                    <a:pt x="788762" y="684150"/>
                  </a:lnTo>
                  <a:lnTo>
                    <a:pt x="797419" y="628525"/>
                  </a:lnTo>
                  <a:lnTo>
                    <a:pt x="804136" y="570684"/>
                  </a:lnTo>
                  <a:lnTo>
                    <a:pt x="808822" y="510586"/>
                  </a:lnTo>
                  <a:lnTo>
                    <a:pt x="811389" y="448187"/>
                  </a:lnTo>
                  <a:lnTo>
                    <a:pt x="811747" y="383444"/>
                  </a:lnTo>
                  <a:lnTo>
                    <a:pt x="809807" y="316315"/>
                  </a:lnTo>
                  <a:lnTo>
                    <a:pt x="805479" y="246756"/>
                  </a:lnTo>
                  <a:lnTo>
                    <a:pt x="798674" y="174724"/>
                  </a:lnTo>
                  <a:lnTo>
                    <a:pt x="789303" y="100177"/>
                  </a:lnTo>
                  <a:lnTo>
                    <a:pt x="777275" y="23072"/>
                  </a:lnTo>
                  <a:lnTo>
                    <a:pt x="837604" y="0"/>
                  </a:lnTo>
                  <a:lnTo>
                    <a:pt x="1318299" y="1250835"/>
                  </a:lnTo>
                  <a:lnTo>
                    <a:pt x="66585" y="1731341"/>
                  </a:lnTo>
                  <a:close/>
                </a:path>
              </a:pathLst>
            </a:custGeom>
            <a:solidFill>
              <a:srgbClr val="5698C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80"/>
              <a:t>Challenges</a:t>
            </a:r>
            <a:r>
              <a:rPr dirty="0" spc="-110"/>
              <a:t> </a:t>
            </a:r>
            <a:r>
              <a:rPr dirty="0" spc="-434"/>
              <a:t>in</a:t>
            </a:r>
            <a:r>
              <a:rPr dirty="0" spc="-105"/>
              <a:t> </a:t>
            </a:r>
            <a:r>
              <a:rPr dirty="0" spc="-405"/>
              <a:t>Machine</a:t>
            </a:r>
            <a:r>
              <a:rPr dirty="0" spc="-105"/>
              <a:t> </a:t>
            </a:r>
            <a:r>
              <a:rPr dirty="0" spc="-400"/>
              <a:t>Leaning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1916277" y="1877895"/>
            <a:ext cx="152400" cy="5753100"/>
            <a:chOff x="1916277" y="1877895"/>
            <a:chExt cx="152400" cy="575310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6277" y="1877895"/>
              <a:ext cx="152400" cy="1523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6277" y="2677995"/>
              <a:ext cx="152400" cy="1523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6277" y="3478095"/>
              <a:ext cx="152400" cy="15239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6277" y="4278195"/>
              <a:ext cx="152400" cy="1523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6277" y="5078295"/>
              <a:ext cx="152400" cy="1523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6277" y="5878394"/>
              <a:ext cx="152400" cy="1523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6277" y="6678494"/>
              <a:ext cx="152400" cy="1523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6277" y="7478594"/>
              <a:ext cx="152400" cy="15239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275052" y="1407995"/>
            <a:ext cx="5600065" cy="6426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772285">
              <a:lnSpc>
                <a:spcPct val="116700"/>
              </a:lnSpc>
              <a:spcBef>
                <a:spcPts val="95"/>
              </a:spcBef>
            </a:pPr>
            <a:r>
              <a:rPr dirty="0" sz="4500" spc="-220">
                <a:latin typeface="Arial MT"/>
                <a:cs typeface="Arial MT"/>
              </a:rPr>
              <a:t>Data</a:t>
            </a:r>
            <a:r>
              <a:rPr dirty="0" sz="4500" spc="-90">
                <a:latin typeface="Arial MT"/>
                <a:cs typeface="Arial MT"/>
              </a:rPr>
              <a:t> </a:t>
            </a:r>
            <a:r>
              <a:rPr dirty="0" sz="4500" spc="-110">
                <a:latin typeface="Arial MT"/>
                <a:cs typeface="Arial MT"/>
              </a:rPr>
              <a:t>Collection </a:t>
            </a:r>
            <a:r>
              <a:rPr dirty="0" sz="4500" spc="-120">
                <a:latin typeface="Arial MT"/>
                <a:cs typeface="Arial MT"/>
              </a:rPr>
              <a:t>Insufficient</a:t>
            </a:r>
            <a:r>
              <a:rPr dirty="0" sz="4500" spc="-100">
                <a:latin typeface="Arial MT"/>
                <a:cs typeface="Arial MT"/>
              </a:rPr>
              <a:t> </a:t>
            </a:r>
            <a:r>
              <a:rPr dirty="0" sz="4500" spc="-200">
                <a:latin typeface="Arial MT"/>
                <a:cs typeface="Arial MT"/>
              </a:rPr>
              <a:t>Data</a:t>
            </a:r>
            <a:endParaRPr sz="4500">
              <a:latin typeface="Arial MT"/>
              <a:cs typeface="Arial MT"/>
            </a:endParaRPr>
          </a:p>
          <a:p>
            <a:pPr marL="12700" marR="5080">
              <a:lnSpc>
                <a:spcPts val="6300"/>
              </a:lnSpc>
              <a:spcBef>
                <a:spcPts val="360"/>
              </a:spcBef>
            </a:pPr>
            <a:r>
              <a:rPr dirty="0" sz="4500" spc="-390">
                <a:latin typeface="Arial MT"/>
                <a:cs typeface="Arial MT"/>
              </a:rPr>
              <a:t>Non</a:t>
            </a:r>
            <a:r>
              <a:rPr dirty="0" sz="4500" spc="-80">
                <a:latin typeface="Arial MT"/>
                <a:cs typeface="Arial MT"/>
              </a:rPr>
              <a:t> </a:t>
            </a:r>
            <a:r>
              <a:rPr dirty="0" sz="4500" spc="-175">
                <a:latin typeface="Arial MT"/>
                <a:cs typeface="Arial MT"/>
              </a:rPr>
              <a:t>representative</a:t>
            </a:r>
            <a:r>
              <a:rPr dirty="0" sz="4500" spc="-75">
                <a:latin typeface="Arial MT"/>
                <a:cs typeface="Arial MT"/>
              </a:rPr>
              <a:t> </a:t>
            </a:r>
            <a:r>
              <a:rPr dirty="0" sz="4500" spc="-100">
                <a:latin typeface="Arial MT"/>
                <a:cs typeface="Arial MT"/>
              </a:rPr>
              <a:t>data </a:t>
            </a:r>
            <a:r>
              <a:rPr dirty="0" sz="4500" spc="-225">
                <a:latin typeface="Arial MT"/>
                <a:cs typeface="Arial MT"/>
              </a:rPr>
              <a:t>poor</a:t>
            </a:r>
            <a:r>
              <a:rPr dirty="0" sz="4500" spc="-85">
                <a:latin typeface="Arial MT"/>
                <a:cs typeface="Arial MT"/>
              </a:rPr>
              <a:t> </a:t>
            </a:r>
            <a:r>
              <a:rPr dirty="0" sz="4500" spc="-210">
                <a:latin typeface="Arial MT"/>
                <a:cs typeface="Arial MT"/>
              </a:rPr>
              <a:t>quality</a:t>
            </a:r>
            <a:r>
              <a:rPr dirty="0" sz="4500" spc="-85">
                <a:latin typeface="Arial MT"/>
                <a:cs typeface="Arial MT"/>
              </a:rPr>
              <a:t> </a:t>
            </a:r>
            <a:r>
              <a:rPr dirty="0" sz="4500" spc="-20">
                <a:latin typeface="Arial MT"/>
                <a:cs typeface="Arial MT"/>
              </a:rPr>
              <a:t>data </a:t>
            </a:r>
            <a:r>
              <a:rPr dirty="0" sz="4500" spc="-210">
                <a:latin typeface="Arial MT"/>
                <a:cs typeface="Arial MT"/>
              </a:rPr>
              <a:t>Irrelevant</a:t>
            </a:r>
            <a:r>
              <a:rPr dirty="0" sz="4500" spc="-65">
                <a:latin typeface="Arial MT"/>
                <a:cs typeface="Arial MT"/>
              </a:rPr>
              <a:t> </a:t>
            </a:r>
            <a:r>
              <a:rPr dirty="0" sz="4500" spc="-10">
                <a:latin typeface="Arial MT"/>
                <a:cs typeface="Arial MT"/>
              </a:rPr>
              <a:t>features </a:t>
            </a:r>
            <a:r>
              <a:rPr dirty="0" sz="4500" spc="-30">
                <a:latin typeface="Arial MT"/>
                <a:cs typeface="Arial MT"/>
              </a:rPr>
              <a:t>Overfitting</a:t>
            </a:r>
            <a:endParaRPr sz="4500">
              <a:latin typeface="Arial MT"/>
              <a:cs typeface="Arial MT"/>
            </a:endParaRPr>
          </a:p>
          <a:p>
            <a:pPr marL="12700" marR="2490470">
              <a:lnSpc>
                <a:spcPts val="6300"/>
              </a:lnSpc>
            </a:pPr>
            <a:r>
              <a:rPr dirty="0" sz="4500" spc="-30">
                <a:latin typeface="Arial MT"/>
                <a:cs typeface="Arial MT"/>
              </a:rPr>
              <a:t>Underfitting </a:t>
            </a:r>
            <a:r>
              <a:rPr dirty="0" sz="4500" spc="-195">
                <a:latin typeface="Arial MT"/>
                <a:cs typeface="Arial MT"/>
              </a:rPr>
              <a:t>Cost</a:t>
            </a:r>
            <a:r>
              <a:rPr dirty="0" sz="4500" spc="-114">
                <a:latin typeface="Arial MT"/>
                <a:cs typeface="Arial MT"/>
              </a:rPr>
              <a:t> </a:t>
            </a:r>
            <a:r>
              <a:rPr dirty="0" sz="4500" spc="-280">
                <a:latin typeface="Arial MT"/>
                <a:cs typeface="Arial MT"/>
              </a:rPr>
              <a:t>Involved</a:t>
            </a:r>
            <a:endParaRPr sz="4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88" y="8279104"/>
                </a:moveTo>
                <a:lnTo>
                  <a:pt x="18270385" y="8279104"/>
                </a:lnTo>
                <a:lnTo>
                  <a:pt x="18270385" y="8277834"/>
                </a:lnTo>
                <a:lnTo>
                  <a:pt x="17602" y="8277834"/>
                </a:lnTo>
                <a:lnTo>
                  <a:pt x="17602" y="8279104"/>
                </a:lnTo>
                <a:lnTo>
                  <a:pt x="0" y="8279104"/>
                </a:lnTo>
                <a:lnTo>
                  <a:pt x="0" y="10286975"/>
                </a:lnTo>
                <a:lnTo>
                  <a:pt x="18287988" y="10286975"/>
                </a:lnTo>
                <a:lnTo>
                  <a:pt x="18287988" y="8279104"/>
                </a:lnTo>
                <a:close/>
              </a:path>
              <a:path w="18288000" h="10287000">
                <a:moveTo>
                  <a:pt x="18287988" y="0"/>
                </a:moveTo>
                <a:lnTo>
                  <a:pt x="0" y="0"/>
                </a:lnTo>
                <a:lnTo>
                  <a:pt x="0" y="1899081"/>
                </a:lnTo>
                <a:lnTo>
                  <a:pt x="30416" y="1900580"/>
                </a:lnTo>
                <a:lnTo>
                  <a:pt x="18257571" y="1900580"/>
                </a:lnTo>
                <a:lnTo>
                  <a:pt x="18287988" y="1899081"/>
                </a:lnTo>
                <a:lnTo>
                  <a:pt x="18287988" y="0"/>
                </a:lnTo>
                <a:close/>
              </a:path>
            </a:pathLst>
          </a:custGeom>
          <a:solidFill>
            <a:srgbClr val="003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180041" y="3731799"/>
            <a:ext cx="7574280" cy="1701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0" spc="740">
                <a:latin typeface="Tahoma"/>
                <a:cs typeface="Tahoma"/>
              </a:rPr>
              <a:t>Thank</a:t>
            </a:r>
            <a:r>
              <a:rPr dirty="0" sz="11000" spc="-655">
                <a:latin typeface="Tahoma"/>
                <a:cs typeface="Tahoma"/>
              </a:rPr>
              <a:t> </a:t>
            </a:r>
            <a:r>
              <a:rPr dirty="0" sz="11000" spc="350">
                <a:latin typeface="Tahoma"/>
                <a:cs typeface="Tahoma"/>
              </a:rPr>
              <a:t>you!</a:t>
            </a:r>
            <a:endParaRPr sz="1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Muhammad Umar</dc:creator>
  <cp:keywords>DAF-tVXNiWQ,BAF4kHvY7oA</cp:keywords>
  <dc:title>Green and Orange Simple Illustrative Science Simple Machine Presentation</dc:title>
  <dcterms:created xsi:type="dcterms:W3CDTF">2026-09-08T03:45:42Z</dcterms:created>
  <dcterms:modified xsi:type="dcterms:W3CDTF">2026-09-08T03:45:42Z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2026-09-08T00:00:00Z</vt:filetime>
  </property>
  <property fmtid="{D5CDD505-2E9C-101B-9397-08002B2CF9AE}" pid="4" name="Creator">
    <vt:lpwstr>Canva</vt:lpwstr>
  </property>
  <property fmtid="{D5CDD505-2E9C-101B-9397-08002B2CF9AE}" pid="5" name="LastSaved">
    <vt:filetime>2026-09-08T00:00:00Z</vt:filetime>
  </property>
  <property fmtid="{D5CDD505-2E9C-101B-9397-08002B2CF9AE}" pid="6" name="Producer">
    <vt:lpwstr>Canva</vt:lpwstr>
  </property>
</Properties>
</file>