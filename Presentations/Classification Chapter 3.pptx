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</p:sldMasterIdLst>
  <p:notesMasterIdLst>
    <p:notesMasterId r:id="rId17"/>
  </p:notesMasterIdLst>
  <p:handoutMasterIdLst>
    <p:handoutMasterId r:id="rId18"/>
  </p:handoutMasterIdLst>
  <p:sldIdLst>
    <p:sldId id="256" r:id="rId5"/>
    <p:sldId id="321" r:id="rId6"/>
    <p:sldId id="262" r:id="rId7"/>
    <p:sldId id="257" r:id="rId8"/>
    <p:sldId id="319" r:id="rId9"/>
    <p:sldId id="320" r:id="rId10"/>
    <p:sldId id="315" r:id="rId11"/>
    <p:sldId id="322" r:id="rId12"/>
    <p:sldId id="318" r:id="rId13"/>
    <p:sldId id="267" r:id="rId14"/>
    <p:sldId id="260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660" autoAdjust="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outlineViewPr>
    <p:cViewPr>
      <p:scale>
        <a:sx n="33" d="100"/>
        <a:sy n="33" d="100"/>
      </p:scale>
      <p:origin x="0" y="-44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EF0D49-F15F-4913-8483-93248B01115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00B701F-7181-42AC-AFD0-1D6EDEDB9371}">
      <dgm:prSet/>
      <dgm:spPr/>
      <dgm:t>
        <a:bodyPr/>
        <a:lstStyle/>
        <a:p>
          <a:r>
            <a:rPr lang="en-US"/>
            <a:t>Accuracy metrics </a:t>
          </a:r>
        </a:p>
      </dgm:t>
    </dgm:pt>
    <dgm:pt modelId="{516360CF-70A5-448E-ABD4-EFE7E709C8C4}" type="parTrans" cxnId="{8F70D7E4-9569-481C-9A40-B96713A6022C}">
      <dgm:prSet/>
      <dgm:spPr/>
      <dgm:t>
        <a:bodyPr/>
        <a:lstStyle/>
        <a:p>
          <a:endParaRPr lang="en-US"/>
        </a:p>
      </dgm:t>
    </dgm:pt>
    <dgm:pt modelId="{9E9144C8-852F-4FF7-91C7-C81E521DA590}" type="sibTrans" cxnId="{8F70D7E4-9569-481C-9A40-B96713A6022C}">
      <dgm:prSet/>
      <dgm:spPr/>
      <dgm:t>
        <a:bodyPr/>
        <a:lstStyle/>
        <a:p>
          <a:endParaRPr lang="en-US"/>
        </a:p>
      </dgm:t>
    </dgm:pt>
    <dgm:pt modelId="{E9834BC9-9B93-4454-9F1F-145E130D4D85}">
      <dgm:prSet/>
      <dgm:spPr/>
      <dgm:t>
        <a:bodyPr/>
        <a:lstStyle/>
        <a:p>
          <a:r>
            <a:rPr lang="en-US"/>
            <a:t>Confusion Matrix </a:t>
          </a:r>
        </a:p>
      </dgm:t>
    </dgm:pt>
    <dgm:pt modelId="{93ED501C-C5B1-4BD4-BFBB-C8916C9974C8}" type="parTrans" cxnId="{274CD644-661D-477B-987E-46D2668FB945}">
      <dgm:prSet/>
      <dgm:spPr/>
      <dgm:t>
        <a:bodyPr/>
        <a:lstStyle/>
        <a:p>
          <a:endParaRPr lang="en-US"/>
        </a:p>
      </dgm:t>
    </dgm:pt>
    <dgm:pt modelId="{B22F647F-C143-4201-9D4F-D5D08BED72E6}" type="sibTrans" cxnId="{274CD644-661D-477B-987E-46D2668FB945}">
      <dgm:prSet/>
      <dgm:spPr/>
      <dgm:t>
        <a:bodyPr/>
        <a:lstStyle/>
        <a:p>
          <a:endParaRPr lang="en-US"/>
        </a:p>
      </dgm:t>
    </dgm:pt>
    <dgm:pt modelId="{837A11B4-8C62-439B-A2A4-A6E49A1CF6DA}">
      <dgm:prSet/>
      <dgm:spPr/>
      <dgm:t>
        <a:bodyPr/>
        <a:lstStyle/>
        <a:p>
          <a:r>
            <a:rPr lang="en-US" dirty="0"/>
            <a:t>Precision</a:t>
          </a:r>
        </a:p>
      </dgm:t>
    </dgm:pt>
    <dgm:pt modelId="{292E104A-C5B5-400D-BEB9-FC1ECFA694FB}" type="parTrans" cxnId="{DC2CCE43-6AEB-4846-8154-317CA93CB6C9}">
      <dgm:prSet/>
      <dgm:spPr/>
      <dgm:t>
        <a:bodyPr/>
        <a:lstStyle/>
        <a:p>
          <a:endParaRPr lang="en-US"/>
        </a:p>
      </dgm:t>
    </dgm:pt>
    <dgm:pt modelId="{837F5E3D-5892-4A7F-A892-24C1CF978207}" type="sibTrans" cxnId="{DC2CCE43-6AEB-4846-8154-317CA93CB6C9}">
      <dgm:prSet/>
      <dgm:spPr/>
      <dgm:t>
        <a:bodyPr/>
        <a:lstStyle/>
        <a:p>
          <a:endParaRPr lang="en-US"/>
        </a:p>
      </dgm:t>
    </dgm:pt>
    <dgm:pt modelId="{E13C18C2-8F74-46AC-82E3-BBC252E99BD5}">
      <dgm:prSet/>
      <dgm:spPr/>
      <dgm:t>
        <a:bodyPr/>
        <a:lstStyle/>
        <a:p>
          <a:r>
            <a:rPr lang="en-US" dirty="0"/>
            <a:t>Recall</a:t>
          </a:r>
        </a:p>
      </dgm:t>
    </dgm:pt>
    <dgm:pt modelId="{BCE04CC0-6A07-4D45-A1CC-A0BF6965F81D}" type="parTrans" cxnId="{B322C537-215E-4296-8C41-B6342FDABEB3}">
      <dgm:prSet/>
      <dgm:spPr/>
      <dgm:t>
        <a:bodyPr/>
        <a:lstStyle/>
        <a:p>
          <a:endParaRPr lang="en-US"/>
        </a:p>
      </dgm:t>
    </dgm:pt>
    <dgm:pt modelId="{AFAD9702-C6F2-46F2-863D-428EE53E6432}" type="sibTrans" cxnId="{B322C537-215E-4296-8C41-B6342FDABEB3}">
      <dgm:prSet/>
      <dgm:spPr/>
      <dgm:t>
        <a:bodyPr/>
        <a:lstStyle/>
        <a:p>
          <a:endParaRPr lang="en-US"/>
        </a:p>
      </dgm:t>
    </dgm:pt>
    <dgm:pt modelId="{65CA9416-505F-437E-943B-BFA01639C656}">
      <dgm:prSet/>
      <dgm:spPr/>
      <dgm:t>
        <a:bodyPr/>
        <a:lstStyle/>
        <a:p>
          <a:r>
            <a:rPr lang="en-US" dirty="0"/>
            <a:t>F1 Score</a:t>
          </a:r>
        </a:p>
      </dgm:t>
    </dgm:pt>
    <dgm:pt modelId="{E7830015-E9F5-4B32-92F6-1A7A8409F6BA}" type="parTrans" cxnId="{CA5AF300-4136-4A93-B588-136F899313A1}">
      <dgm:prSet/>
      <dgm:spPr/>
      <dgm:t>
        <a:bodyPr/>
        <a:lstStyle/>
        <a:p>
          <a:endParaRPr lang="en-US"/>
        </a:p>
      </dgm:t>
    </dgm:pt>
    <dgm:pt modelId="{66F22D9D-D92E-47FF-AFBA-5453E28C20A6}" type="sibTrans" cxnId="{CA5AF300-4136-4A93-B588-136F899313A1}">
      <dgm:prSet/>
      <dgm:spPr/>
      <dgm:t>
        <a:bodyPr/>
        <a:lstStyle/>
        <a:p>
          <a:endParaRPr lang="en-US"/>
        </a:p>
      </dgm:t>
    </dgm:pt>
    <dgm:pt modelId="{BC3936EF-761A-4BC5-827B-DEF5565200A1}">
      <dgm:prSet/>
      <dgm:spPr/>
      <dgm:t>
        <a:bodyPr/>
        <a:lstStyle/>
        <a:p>
          <a:r>
            <a:rPr lang="en-US"/>
            <a:t>Error Analysis</a:t>
          </a:r>
        </a:p>
      </dgm:t>
    </dgm:pt>
    <dgm:pt modelId="{B281E95D-00B4-4E91-BB83-8294D248D40C}" type="parTrans" cxnId="{C1D62CDB-F8EF-4EF0-8AFA-56FAD94803D6}">
      <dgm:prSet/>
      <dgm:spPr/>
      <dgm:t>
        <a:bodyPr/>
        <a:lstStyle/>
        <a:p>
          <a:endParaRPr lang="en-US"/>
        </a:p>
      </dgm:t>
    </dgm:pt>
    <dgm:pt modelId="{1EB68651-70E4-4246-A38D-14A65AD43D29}" type="sibTrans" cxnId="{C1D62CDB-F8EF-4EF0-8AFA-56FAD94803D6}">
      <dgm:prSet/>
      <dgm:spPr/>
      <dgm:t>
        <a:bodyPr/>
        <a:lstStyle/>
        <a:p>
          <a:endParaRPr lang="en-US"/>
        </a:p>
      </dgm:t>
    </dgm:pt>
    <dgm:pt modelId="{3C9C43BD-C9B8-474E-A00A-156F65BDBBE2}" type="pres">
      <dgm:prSet presAssocID="{01EF0D49-F15F-4913-8483-93248B011155}" presName="linear" presStyleCnt="0">
        <dgm:presLayoutVars>
          <dgm:animLvl val="lvl"/>
          <dgm:resizeHandles val="exact"/>
        </dgm:presLayoutVars>
      </dgm:prSet>
      <dgm:spPr/>
    </dgm:pt>
    <dgm:pt modelId="{93491A56-B4A0-41A0-9747-B5693F564634}" type="pres">
      <dgm:prSet presAssocID="{C00B701F-7181-42AC-AFD0-1D6EDEDB937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30DB7C2-4595-4E89-BA1D-8B07CD79CFE4}" type="pres">
      <dgm:prSet presAssocID="{9E9144C8-852F-4FF7-91C7-C81E521DA590}" presName="spacer" presStyleCnt="0"/>
      <dgm:spPr/>
    </dgm:pt>
    <dgm:pt modelId="{6AB2F091-0A11-4111-8201-3C5430D2F0EB}" type="pres">
      <dgm:prSet presAssocID="{E9834BC9-9B93-4454-9F1F-145E130D4D8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2FA590D-184B-4A85-8134-9491F42A4E64}" type="pres">
      <dgm:prSet presAssocID="{B22F647F-C143-4201-9D4F-D5D08BED72E6}" presName="spacer" presStyleCnt="0"/>
      <dgm:spPr/>
    </dgm:pt>
    <dgm:pt modelId="{8A633250-851B-46D1-8282-B5E69A3ED838}" type="pres">
      <dgm:prSet presAssocID="{837A11B4-8C62-439B-A2A4-A6E49A1CF6D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A92CE36-408B-4584-9C60-E42D708A3BBF}" type="pres">
      <dgm:prSet presAssocID="{837F5E3D-5892-4A7F-A892-24C1CF978207}" presName="spacer" presStyleCnt="0"/>
      <dgm:spPr/>
    </dgm:pt>
    <dgm:pt modelId="{36F3B51D-B406-4D5B-9697-A5B138CA3D2A}" type="pres">
      <dgm:prSet presAssocID="{E13C18C2-8F74-46AC-82E3-BBC252E99BD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CEB0942-5BE7-4032-8034-021214BB6B4C}" type="pres">
      <dgm:prSet presAssocID="{AFAD9702-C6F2-46F2-863D-428EE53E6432}" presName="spacer" presStyleCnt="0"/>
      <dgm:spPr/>
    </dgm:pt>
    <dgm:pt modelId="{D704C7CF-F20A-4A5F-AB14-71287A41D979}" type="pres">
      <dgm:prSet presAssocID="{65CA9416-505F-437E-943B-BFA01639C65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AD12D39-EE9F-446A-8B47-8DC2A7DD445A}" type="pres">
      <dgm:prSet presAssocID="{66F22D9D-D92E-47FF-AFBA-5453E28C20A6}" presName="spacer" presStyleCnt="0"/>
      <dgm:spPr/>
    </dgm:pt>
    <dgm:pt modelId="{FDCFE32F-1499-407C-B90F-601B065C8113}" type="pres">
      <dgm:prSet presAssocID="{BC3936EF-761A-4BC5-827B-DEF5565200A1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A5AF300-4136-4A93-B588-136F899313A1}" srcId="{01EF0D49-F15F-4913-8483-93248B011155}" destId="{65CA9416-505F-437E-943B-BFA01639C656}" srcOrd="4" destOrd="0" parTransId="{E7830015-E9F5-4B32-92F6-1A7A8409F6BA}" sibTransId="{66F22D9D-D92E-47FF-AFBA-5453E28C20A6}"/>
    <dgm:cxn modelId="{EB297110-5A76-421A-A72B-70B834D4CA6D}" type="presOf" srcId="{837A11B4-8C62-439B-A2A4-A6E49A1CF6DA}" destId="{8A633250-851B-46D1-8282-B5E69A3ED838}" srcOrd="0" destOrd="0" presId="urn:microsoft.com/office/officeart/2005/8/layout/vList2"/>
    <dgm:cxn modelId="{2E61091E-7496-4B62-A278-609F30F5A90A}" type="presOf" srcId="{BC3936EF-761A-4BC5-827B-DEF5565200A1}" destId="{FDCFE32F-1499-407C-B90F-601B065C8113}" srcOrd="0" destOrd="0" presId="urn:microsoft.com/office/officeart/2005/8/layout/vList2"/>
    <dgm:cxn modelId="{B322C537-215E-4296-8C41-B6342FDABEB3}" srcId="{01EF0D49-F15F-4913-8483-93248B011155}" destId="{E13C18C2-8F74-46AC-82E3-BBC252E99BD5}" srcOrd="3" destOrd="0" parTransId="{BCE04CC0-6A07-4D45-A1CC-A0BF6965F81D}" sibTransId="{AFAD9702-C6F2-46F2-863D-428EE53E6432}"/>
    <dgm:cxn modelId="{96A94243-D133-4FD8-A001-99CB9E6C338C}" type="presOf" srcId="{C00B701F-7181-42AC-AFD0-1D6EDEDB9371}" destId="{93491A56-B4A0-41A0-9747-B5693F564634}" srcOrd="0" destOrd="0" presId="urn:microsoft.com/office/officeart/2005/8/layout/vList2"/>
    <dgm:cxn modelId="{DC2CCE43-6AEB-4846-8154-317CA93CB6C9}" srcId="{01EF0D49-F15F-4913-8483-93248B011155}" destId="{837A11B4-8C62-439B-A2A4-A6E49A1CF6DA}" srcOrd="2" destOrd="0" parTransId="{292E104A-C5B5-400D-BEB9-FC1ECFA694FB}" sibTransId="{837F5E3D-5892-4A7F-A892-24C1CF978207}"/>
    <dgm:cxn modelId="{274CD644-661D-477B-987E-46D2668FB945}" srcId="{01EF0D49-F15F-4913-8483-93248B011155}" destId="{E9834BC9-9B93-4454-9F1F-145E130D4D85}" srcOrd="1" destOrd="0" parTransId="{93ED501C-C5B1-4BD4-BFBB-C8916C9974C8}" sibTransId="{B22F647F-C143-4201-9D4F-D5D08BED72E6}"/>
    <dgm:cxn modelId="{D3D8D66E-335B-45EB-A775-71AAB76FE629}" type="presOf" srcId="{E13C18C2-8F74-46AC-82E3-BBC252E99BD5}" destId="{36F3B51D-B406-4D5B-9697-A5B138CA3D2A}" srcOrd="0" destOrd="0" presId="urn:microsoft.com/office/officeart/2005/8/layout/vList2"/>
    <dgm:cxn modelId="{AD679459-DD81-46B4-A6EF-35E239FCC564}" type="presOf" srcId="{01EF0D49-F15F-4913-8483-93248B011155}" destId="{3C9C43BD-C9B8-474E-A00A-156F65BDBBE2}" srcOrd="0" destOrd="0" presId="urn:microsoft.com/office/officeart/2005/8/layout/vList2"/>
    <dgm:cxn modelId="{27A9E9AC-0DEA-4144-B00F-330036343F7A}" type="presOf" srcId="{E9834BC9-9B93-4454-9F1F-145E130D4D85}" destId="{6AB2F091-0A11-4111-8201-3C5430D2F0EB}" srcOrd="0" destOrd="0" presId="urn:microsoft.com/office/officeart/2005/8/layout/vList2"/>
    <dgm:cxn modelId="{27F7A3D6-30A2-427C-A23E-3854CAE2DE78}" type="presOf" srcId="{65CA9416-505F-437E-943B-BFA01639C656}" destId="{D704C7CF-F20A-4A5F-AB14-71287A41D979}" srcOrd="0" destOrd="0" presId="urn:microsoft.com/office/officeart/2005/8/layout/vList2"/>
    <dgm:cxn modelId="{C1D62CDB-F8EF-4EF0-8AFA-56FAD94803D6}" srcId="{01EF0D49-F15F-4913-8483-93248B011155}" destId="{BC3936EF-761A-4BC5-827B-DEF5565200A1}" srcOrd="5" destOrd="0" parTransId="{B281E95D-00B4-4E91-BB83-8294D248D40C}" sibTransId="{1EB68651-70E4-4246-A38D-14A65AD43D29}"/>
    <dgm:cxn modelId="{8F70D7E4-9569-481C-9A40-B96713A6022C}" srcId="{01EF0D49-F15F-4913-8483-93248B011155}" destId="{C00B701F-7181-42AC-AFD0-1D6EDEDB9371}" srcOrd="0" destOrd="0" parTransId="{516360CF-70A5-448E-ABD4-EFE7E709C8C4}" sibTransId="{9E9144C8-852F-4FF7-91C7-C81E521DA590}"/>
    <dgm:cxn modelId="{E11D989B-48E9-4A62-952E-74831230A198}" type="presParOf" srcId="{3C9C43BD-C9B8-474E-A00A-156F65BDBBE2}" destId="{93491A56-B4A0-41A0-9747-B5693F564634}" srcOrd="0" destOrd="0" presId="urn:microsoft.com/office/officeart/2005/8/layout/vList2"/>
    <dgm:cxn modelId="{7B9D852A-289F-470E-81C0-64E6E2B5A630}" type="presParOf" srcId="{3C9C43BD-C9B8-474E-A00A-156F65BDBBE2}" destId="{030DB7C2-4595-4E89-BA1D-8B07CD79CFE4}" srcOrd="1" destOrd="0" presId="urn:microsoft.com/office/officeart/2005/8/layout/vList2"/>
    <dgm:cxn modelId="{8B0DFDCF-9916-4A5A-8364-189DB8494A47}" type="presParOf" srcId="{3C9C43BD-C9B8-474E-A00A-156F65BDBBE2}" destId="{6AB2F091-0A11-4111-8201-3C5430D2F0EB}" srcOrd="2" destOrd="0" presId="urn:microsoft.com/office/officeart/2005/8/layout/vList2"/>
    <dgm:cxn modelId="{08D2CFBF-25EA-41F0-914A-C3016EB30891}" type="presParOf" srcId="{3C9C43BD-C9B8-474E-A00A-156F65BDBBE2}" destId="{22FA590D-184B-4A85-8134-9491F42A4E64}" srcOrd="3" destOrd="0" presId="urn:microsoft.com/office/officeart/2005/8/layout/vList2"/>
    <dgm:cxn modelId="{0C3EDD15-193F-4B7C-BDB4-81268B4A1269}" type="presParOf" srcId="{3C9C43BD-C9B8-474E-A00A-156F65BDBBE2}" destId="{8A633250-851B-46D1-8282-B5E69A3ED838}" srcOrd="4" destOrd="0" presId="urn:microsoft.com/office/officeart/2005/8/layout/vList2"/>
    <dgm:cxn modelId="{865E9520-2617-4181-A0D7-19EC900B3E69}" type="presParOf" srcId="{3C9C43BD-C9B8-474E-A00A-156F65BDBBE2}" destId="{BA92CE36-408B-4584-9C60-E42D708A3BBF}" srcOrd="5" destOrd="0" presId="urn:microsoft.com/office/officeart/2005/8/layout/vList2"/>
    <dgm:cxn modelId="{11CBC5BD-B986-4E06-B9B8-909C4AE8302D}" type="presParOf" srcId="{3C9C43BD-C9B8-474E-A00A-156F65BDBBE2}" destId="{36F3B51D-B406-4D5B-9697-A5B138CA3D2A}" srcOrd="6" destOrd="0" presId="urn:microsoft.com/office/officeart/2005/8/layout/vList2"/>
    <dgm:cxn modelId="{D34EAB7B-E915-47DE-A235-5528C6FA6D3A}" type="presParOf" srcId="{3C9C43BD-C9B8-474E-A00A-156F65BDBBE2}" destId="{DCEB0942-5BE7-4032-8034-021214BB6B4C}" srcOrd="7" destOrd="0" presId="urn:microsoft.com/office/officeart/2005/8/layout/vList2"/>
    <dgm:cxn modelId="{0C3E87D5-C111-46DF-8128-11EAFE1A4016}" type="presParOf" srcId="{3C9C43BD-C9B8-474E-A00A-156F65BDBBE2}" destId="{D704C7CF-F20A-4A5F-AB14-71287A41D979}" srcOrd="8" destOrd="0" presId="urn:microsoft.com/office/officeart/2005/8/layout/vList2"/>
    <dgm:cxn modelId="{0F634EDD-0A2D-477F-A866-0E4592B2C313}" type="presParOf" srcId="{3C9C43BD-C9B8-474E-A00A-156F65BDBBE2}" destId="{3AD12D39-EE9F-446A-8B47-8DC2A7DD445A}" srcOrd="9" destOrd="0" presId="urn:microsoft.com/office/officeart/2005/8/layout/vList2"/>
    <dgm:cxn modelId="{BFC0C897-9EC8-4678-85E4-AE5095D6E3F8}" type="presParOf" srcId="{3C9C43BD-C9B8-474E-A00A-156F65BDBBE2}" destId="{FDCFE32F-1499-407C-B90F-601B065C811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91A56-B4A0-41A0-9747-B5693F564634}">
      <dsp:nvSpPr>
        <dsp:cNvPr id="0" name=""/>
        <dsp:cNvSpPr/>
      </dsp:nvSpPr>
      <dsp:spPr>
        <a:xfrm>
          <a:off x="0" y="42177"/>
          <a:ext cx="4996207" cy="8634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Accuracy metrics </a:t>
          </a:r>
        </a:p>
      </dsp:txBody>
      <dsp:txXfrm>
        <a:off x="42151" y="84328"/>
        <a:ext cx="4911905" cy="779158"/>
      </dsp:txXfrm>
    </dsp:sp>
    <dsp:sp modelId="{6AB2F091-0A11-4111-8201-3C5430D2F0EB}">
      <dsp:nvSpPr>
        <dsp:cNvPr id="0" name=""/>
        <dsp:cNvSpPr/>
      </dsp:nvSpPr>
      <dsp:spPr>
        <a:xfrm>
          <a:off x="0" y="1009317"/>
          <a:ext cx="4996207" cy="863460"/>
        </a:xfrm>
        <a:prstGeom prst="roundRect">
          <a:avLst/>
        </a:prstGeom>
        <a:solidFill>
          <a:schemeClr val="accent2">
            <a:hueOff val="-1216001"/>
            <a:satOff val="-3429"/>
            <a:lumOff val="-145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Confusion Matrix </a:t>
          </a:r>
        </a:p>
      </dsp:txBody>
      <dsp:txXfrm>
        <a:off x="42151" y="1051468"/>
        <a:ext cx="4911905" cy="779158"/>
      </dsp:txXfrm>
    </dsp:sp>
    <dsp:sp modelId="{8A633250-851B-46D1-8282-B5E69A3ED838}">
      <dsp:nvSpPr>
        <dsp:cNvPr id="0" name=""/>
        <dsp:cNvSpPr/>
      </dsp:nvSpPr>
      <dsp:spPr>
        <a:xfrm>
          <a:off x="0" y="1976458"/>
          <a:ext cx="4996207" cy="863460"/>
        </a:xfrm>
        <a:prstGeom prst="roundRect">
          <a:avLst/>
        </a:prstGeom>
        <a:solidFill>
          <a:schemeClr val="accent2">
            <a:hueOff val="-2432001"/>
            <a:satOff val="-6858"/>
            <a:lumOff val="-29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Precision</a:t>
          </a:r>
        </a:p>
      </dsp:txBody>
      <dsp:txXfrm>
        <a:off x="42151" y="2018609"/>
        <a:ext cx="4911905" cy="779158"/>
      </dsp:txXfrm>
    </dsp:sp>
    <dsp:sp modelId="{36F3B51D-B406-4D5B-9697-A5B138CA3D2A}">
      <dsp:nvSpPr>
        <dsp:cNvPr id="0" name=""/>
        <dsp:cNvSpPr/>
      </dsp:nvSpPr>
      <dsp:spPr>
        <a:xfrm>
          <a:off x="0" y="2943597"/>
          <a:ext cx="4996207" cy="863460"/>
        </a:xfrm>
        <a:prstGeom prst="roundRect">
          <a:avLst/>
        </a:prstGeom>
        <a:solidFill>
          <a:schemeClr val="accent2">
            <a:hueOff val="-3648002"/>
            <a:satOff val="-10286"/>
            <a:lumOff val="-4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Recall</a:t>
          </a:r>
        </a:p>
      </dsp:txBody>
      <dsp:txXfrm>
        <a:off x="42151" y="2985748"/>
        <a:ext cx="4911905" cy="779158"/>
      </dsp:txXfrm>
    </dsp:sp>
    <dsp:sp modelId="{D704C7CF-F20A-4A5F-AB14-71287A41D979}">
      <dsp:nvSpPr>
        <dsp:cNvPr id="0" name=""/>
        <dsp:cNvSpPr/>
      </dsp:nvSpPr>
      <dsp:spPr>
        <a:xfrm>
          <a:off x="0" y="3910737"/>
          <a:ext cx="4996207" cy="863460"/>
        </a:xfrm>
        <a:prstGeom prst="roundRect">
          <a:avLst/>
        </a:prstGeom>
        <a:solidFill>
          <a:schemeClr val="accent2">
            <a:hueOff val="-4864002"/>
            <a:satOff val="-13715"/>
            <a:lumOff val="-58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F1 Score</a:t>
          </a:r>
        </a:p>
      </dsp:txBody>
      <dsp:txXfrm>
        <a:off x="42151" y="3952888"/>
        <a:ext cx="4911905" cy="779158"/>
      </dsp:txXfrm>
    </dsp:sp>
    <dsp:sp modelId="{FDCFE32F-1499-407C-B90F-601B065C8113}">
      <dsp:nvSpPr>
        <dsp:cNvPr id="0" name=""/>
        <dsp:cNvSpPr/>
      </dsp:nvSpPr>
      <dsp:spPr>
        <a:xfrm>
          <a:off x="0" y="4877877"/>
          <a:ext cx="4996207" cy="863460"/>
        </a:xfrm>
        <a:prstGeom prst="roundRect">
          <a:avLst/>
        </a:prstGeom>
        <a:solidFill>
          <a:schemeClr val="accent2">
            <a:hueOff val="-6080002"/>
            <a:satOff val="-17144"/>
            <a:lumOff val="-725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Error Analysis</a:t>
          </a:r>
        </a:p>
      </dsp:txBody>
      <dsp:txXfrm>
        <a:off x="42151" y="4920028"/>
        <a:ext cx="4911905" cy="779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4/25/2024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4/25/2024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14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927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65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775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442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922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446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940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918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223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32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85251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4494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4504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271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302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004688-7200-27A0-AED2-FDEA0C50E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962AE0E-CD08-E4A3-B4FB-58E3FB60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942343E8-72A7-5457-2C99-D033A36FF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1C19E638-91EB-75DC-9458-EA0229C044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6E02EB3D-A45E-B4B7-9E49-65E6921C6D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ED0F2C-33C6-33F8-D25A-653073FA8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6C992DF-7C76-80E6-220E-5545B437E8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532E4B2-6FAE-2363-8842-E08A265B0F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D7AE19E9-E19F-29AF-639C-44EB5FB5E3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FC6B75DA-401A-8C4D-421A-4A0230030C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83B7B7D8-FAE1-EF25-3177-C597CA2855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D8189C2B-39BF-F3AD-761F-3EC5A413936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9B3C11E0-E220-6347-106F-7361EEF4B7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79AAD932-DEE5-826A-1B8E-BF1B2B2BB3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A9BA9C23-F16A-423E-DB70-2BBBE58B0C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237FA726-DD02-A25D-C698-4FB16B377C4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A0991B4B-EDB7-1AEE-679D-75A7958333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198D13E0-51CA-CC43-BFAD-752CD4E5ED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979DDC47-298E-AFD7-CE86-9F24018FCB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FDF6497C-C9D8-77C1-9EC1-AA3DC693FD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F94954A5-B504-9802-E8A3-D92A434B215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26CA4C70-E5AD-FFC4-4F64-9029A88E1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C2F66C97-233E-069E-842E-FC7DD613F3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AA0F3696-6B0D-543A-4D40-8B145249CBF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29D21825-8498-CADF-8EB5-D08C5C4348E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D1EBC7BA-66A7-56E5-19F7-65B9A2BE6EB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41A6EA28-930F-EBBA-43EE-6CB627294A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5297B34D-B81D-6350-4194-484D7EC282F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DD7C599E-910F-8D88-3AA0-B24C9A79E13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E663B789-16D2-7968-1AB9-E036E4D4285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BE4D28C-9D5D-2CDF-4E98-5D046F140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19D439ED-096C-BC38-ECCB-78B2B5178F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E820AB2-DB7A-A79D-FAE4-35AC3D677C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88E5C4B-5B7B-FDA4-A576-7854A9D159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E3C02BC9-4E4F-3743-8563-808D6A0B437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D0EF96EA-252F-062A-E566-42ABC6B903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58DCE928-965C-EA85-F5C1-24E19E4585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B5B70EF0-D01D-E5DD-0234-6B93EE439E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CA0351E2-397A-7FC9-6BE5-A3018AAB2BD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EE4DD70-FCD0-DFFE-52A6-0DE9BC2331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466F87F-6F35-E28C-1556-6383A82F7F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D4FD8A8E-2B46-F940-BD0E-086FCF7666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7532BE26-5B7C-EE9E-4191-8A54CDBBD6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BFC8ECE6-D59A-9EE4-CB81-D6162F00D8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080BC2-EE72-5D70-6666-DEBC49165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93AA0A3-2A8A-2332-F348-F88D6E1F3B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4355255-9D4E-147B-DA9E-4FFB14E7C1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0C229BCD-A083-BC81-2151-41E4947E04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F138DCEE-5B8D-D5E5-54B6-6B0BA01F6E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F00BD61F-0747-E748-6BFB-CB875F4942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07C45B1B-92EA-5E82-24D1-931DB8AF99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11B1265-0119-731D-E758-7C0BAFE4B5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35056C9E-95B1-E743-9A73-5A39803B74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873B7450-9F65-5384-2976-127FD87757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3FE1A96-9FB8-DD4B-5EB8-26A91007B6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07C997E7-D2EC-2533-34E1-ADA752DD0A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CDFD69D0-D4F6-6990-4E0A-C6FEB0CE49B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825CB36E-9726-A54C-5717-F6A428FED5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F8184497-7251-D4E9-F39C-EE556E4B1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835D68A6-6C40-806B-C58A-25B22D6BC6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E36097E1-57E6-7188-7C0D-36C56EF55F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9C1BAB2A-BA9C-8C5A-13B8-CE9C056AE6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4F8DCA4A-A0D6-514F-47BB-541F133C69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0BEDD737-7AD9-32AF-DA50-AE940D883A1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361792E-BF11-44DD-3900-9EE92815F3E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EF08723B-66BF-73AE-106A-58DBBBABFA3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866A6C7D-739E-6ED2-8DC9-F62F969772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3CAE0274-E38E-54A4-13C4-FFD1A9DDC6C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7561DEAF-B810-94D1-71BB-2116BFFFA7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23C31A5-9409-F839-90BA-3883DC5323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2742EC4-5A1C-631E-398C-F3C5A9C4A2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2C0A335-0DBB-9CDA-7CB6-64689BB782A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C21B6FD8-0F3F-70F9-2457-87BB8AAB793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44ACA065-23B9-0399-85C9-8821480A7DD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360F78FE-550E-F182-27C9-8D0D0411F4D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BEC42F-0A94-4DB3-9210-90D9BA7610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4639297D-A086-3111-DE35-3ADFC63EC52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0A57F373-E650-007D-EF3A-125835724B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F7AA1C2-3BC9-2CC2-246C-891EEAAAAA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095730D-9E3D-CB3A-4FF1-D9B51A162A3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FDC9A03-E7DE-3D3E-74F8-C2990A5082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3B430687-A11D-CFC5-B7C6-AF9A479146F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F9EEDCBB-CCC4-61BB-3480-8D21A3D2F1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0038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0518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4021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8089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8381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844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9E50B4-1616-9029-9FC0-901DDF9B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9680" y="0"/>
            <a:ext cx="7742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07" y="430521"/>
            <a:ext cx="3389065" cy="1847528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54839" y="2511829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FFBCF-911F-5818-60FE-B018CA6773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307" y="2745610"/>
            <a:ext cx="3389065" cy="3499611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marL="0" indent="0" algn="ctr">
              <a:buNone/>
            </a:pPr>
            <a:r>
              <a:rPr lang="en-US" dirty="0"/>
              <a:t>Click to add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79988" y="430521"/>
            <a:ext cx="6681704" cy="60192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5237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0"/>
            <a:ext cx="5170860" cy="4869882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D3DA45-FD99-405B-8BF9-260DD97C0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C2A03C-F372-4C6D-929D-FD97AD43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FEDBB3-0BD6-41BC-BB57-9FEC2E96C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D12B81D-3F14-4DA1-BECA-6698248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4" name="Freeform 68">
                  <a:extLst>
                    <a:ext uri="{FF2B5EF4-FFF2-40B4-BE49-F238E27FC236}">
                      <a16:creationId xmlns:a16="http://schemas.microsoft.com/office/drawing/2014/main" id="{EA11E57D-88DD-4899-907A-2A5772002F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" name="Freeform 69">
                  <a:extLst>
                    <a:ext uri="{FF2B5EF4-FFF2-40B4-BE49-F238E27FC236}">
                      <a16:creationId xmlns:a16="http://schemas.microsoft.com/office/drawing/2014/main" id="{7A5AEE18-30A4-4777-975F-02D107A171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" name="Line 70">
                  <a:extLst>
                    <a:ext uri="{FF2B5EF4-FFF2-40B4-BE49-F238E27FC236}">
                      <a16:creationId xmlns:a16="http://schemas.microsoft.com/office/drawing/2014/main" id="{39EA21FB-AE36-478E-9770-CB84281439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C45D5C4-2D3A-4F84-BED1-D9B75234B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1" name="Freeform 68">
                  <a:extLst>
                    <a:ext uri="{FF2B5EF4-FFF2-40B4-BE49-F238E27FC236}">
                      <a16:creationId xmlns:a16="http://schemas.microsoft.com/office/drawing/2014/main" id="{259762E8-7432-4501-9FE5-92B04D37C7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" name="Freeform 69">
                  <a:extLst>
                    <a:ext uri="{FF2B5EF4-FFF2-40B4-BE49-F238E27FC236}">
                      <a16:creationId xmlns:a16="http://schemas.microsoft.com/office/drawing/2014/main" id="{FF91FD3E-0148-4B50-8906-7D9CD382A3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506FA1AD-488A-4FD4-A79F-4343698EA7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79776F-EEB5-464D-19DD-92EC7B3B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09A16CC-7006-C92A-F15C-618A3235A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35D8D8D-001E-352F-FE03-CC3EE1D7C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CE1C6F-D1A5-FD45-5120-8F87F05DCF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9" name="Freeform 68">
                  <a:extLst>
                    <a:ext uri="{FF2B5EF4-FFF2-40B4-BE49-F238E27FC236}">
                      <a16:creationId xmlns:a16="http://schemas.microsoft.com/office/drawing/2014/main" id="{FE946A41-95B9-A9F4-17ED-A011312446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69">
                  <a:extLst>
                    <a:ext uri="{FF2B5EF4-FFF2-40B4-BE49-F238E27FC236}">
                      <a16:creationId xmlns:a16="http://schemas.microsoft.com/office/drawing/2014/main" id="{FDFB515A-8805-F10C-2933-35BDDF1DD3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Line 70">
                  <a:extLst>
                    <a:ext uri="{FF2B5EF4-FFF2-40B4-BE49-F238E27FC236}">
                      <a16:creationId xmlns:a16="http://schemas.microsoft.com/office/drawing/2014/main" id="{F63B17C2-189B-28FA-8876-976CC481C7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13E90FB-54AC-A2FC-9D01-C95ACC91FC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5" name="Freeform 68">
                  <a:extLst>
                    <a:ext uri="{FF2B5EF4-FFF2-40B4-BE49-F238E27FC236}">
                      <a16:creationId xmlns:a16="http://schemas.microsoft.com/office/drawing/2014/main" id="{58A6A556-AB2C-1636-63D4-9E2806E3671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A43047F1-413F-99DB-01CC-293FC1813A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47C2B72F-C97F-770D-5F99-50DD97EB27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72699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1"/>
            <a:ext cx="5160757" cy="297299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Subtitle 7">
            <a:extLst>
              <a:ext uri="{FF2B5EF4-FFF2-40B4-BE49-F238E27FC236}">
                <a16:creationId xmlns:a16="http://schemas.microsoft.com/office/drawing/2014/main" id="{C2777538-58E6-494C-A27B-B70346B0F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643" y="4081727"/>
            <a:ext cx="5160757" cy="1780513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1800" kern="1200" cap="all" spc="3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>
                <a:cs typeface="Calibri"/>
              </a:rPr>
              <a:t>Click to add subtitle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1D5DFE-8F3F-B784-41B0-31F1C534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8FF8C9-13C5-56E2-15F0-726312FF5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4867E99-B662-B6E9-E6E5-C3407AF41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7278895-DA26-C127-87C0-697FD9488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830A98F7-AE8F-57AF-4A98-D9FDD5E348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04E85AAB-DBFC-9EFB-0839-BD3BF907CB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FB82D752-7675-919F-1F4E-A662D638CA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315DAC7-8F1F-7516-6093-EF240456E2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8784DA3A-66FB-8A56-0830-9C7BAE1BDF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17465245-FA5B-23A6-733F-92E4C7D22B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E5934380-F9D4-5C01-360B-793C27BC6B1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D2A0D6-CCC5-0E52-3DEA-FC7EDC9C4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952F4BA-7236-1B1C-5216-B9BE515C7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555DC04-CCBE-6784-2184-F53E6BB5E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B9A340D-1663-7DA9-73AE-9B675EF50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8" name="Freeform 68">
                  <a:extLst>
                    <a:ext uri="{FF2B5EF4-FFF2-40B4-BE49-F238E27FC236}">
                      <a16:creationId xmlns:a16="http://schemas.microsoft.com/office/drawing/2014/main" id="{79252168-D1D9-C3CD-EFC8-41C970A058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69">
                  <a:extLst>
                    <a:ext uri="{FF2B5EF4-FFF2-40B4-BE49-F238E27FC236}">
                      <a16:creationId xmlns:a16="http://schemas.microsoft.com/office/drawing/2014/main" id="{BD3D9A06-E42E-5D13-8785-3C0D11DE16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0" name="Line 70">
                  <a:extLst>
                    <a:ext uri="{FF2B5EF4-FFF2-40B4-BE49-F238E27FC236}">
                      <a16:creationId xmlns:a16="http://schemas.microsoft.com/office/drawing/2014/main" id="{21834AF8-71F0-5841-4EC6-634FD9FE3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D1C1DDF-35C6-613D-DA7C-81FC3E0E96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5" name="Freeform 68">
                  <a:extLst>
                    <a:ext uri="{FF2B5EF4-FFF2-40B4-BE49-F238E27FC236}">
                      <a16:creationId xmlns:a16="http://schemas.microsoft.com/office/drawing/2014/main" id="{F63E067E-30E2-CF93-0F3E-7766C716D4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69">
                  <a:extLst>
                    <a:ext uri="{FF2B5EF4-FFF2-40B4-BE49-F238E27FC236}">
                      <a16:creationId xmlns:a16="http://schemas.microsoft.com/office/drawing/2014/main" id="{E1121437-B5EB-87F8-77CC-3B28244521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Line 70">
                  <a:extLst>
                    <a:ext uri="{FF2B5EF4-FFF2-40B4-BE49-F238E27FC236}">
                      <a16:creationId xmlns:a16="http://schemas.microsoft.com/office/drawing/2014/main" id="{0FC3E6C1-F30C-BEBC-7EBD-1D93DCD05B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24389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8408" y="1187450"/>
            <a:ext cx="6255903" cy="2996901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6B76DB-2767-87C4-10EE-4BBBF284112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286000" y="4557712"/>
            <a:ext cx="7659688" cy="1639275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None/>
              <a:defRPr lang="en-US" sz="1800" kern="1200" cap="all" spc="30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F4A9DA-0E0F-BB15-37FE-7C47230AF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D7EE9A-A325-1078-BB60-9FC75CAEB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8" name="Freeform 64">
                <a:extLst>
                  <a:ext uri="{FF2B5EF4-FFF2-40B4-BE49-F238E27FC236}">
                    <a16:creationId xmlns:a16="http://schemas.microsoft.com/office/drawing/2014/main" id="{E3B36E34-9750-EC15-036F-4B675C295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81">
                <a:extLst>
                  <a:ext uri="{FF2B5EF4-FFF2-40B4-BE49-F238E27FC236}">
                    <a16:creationId xmlns:a16="http://schemas.microsoft.com/office/drawing/2014/main" id="{06586384-27A4-246C-E62A-33558F884F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0" name="Freeform 61">
                <a:extLst>
                  <a:ext uri="{FF2B5EF4-FFF2-40B4-BE49-F238E27FC236}">
                    <a16:creationId xmlns:a16="http://schemas.microsoft.com/office/drawing/2014/main" id="{5AA0A056-987B-0766-D8E8-C8D89A7EC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B8359D64-1AAE-C3D6-1AEB-701A90268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" name="Freeform 84">
                <a:extLst>
                  <a:ext uri="{FF2B5EF4-FFF2-40B4-BE49-F238E27FC236}">
                    <a16:creationId xmlns:a16="http://schemas.microsoft.com/office/drawing/2014/main" id="{40C577F2-9B8C-9987-0FDA-0B46E995A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3" name="Freeform 87">
                <a:extLst>
                  <a:ext uri="{FF2B5EF4-FFF2-40B4-BE49-F238E27FC236}">
                    <a16:creationId xmlns:a16="http://schemas.microsoft.com/office/drawing/2014/main" id="{E4A8A441-14F2-1181-7C03-9AF4D75DE0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4" name="Freeform 60">
                <a:extLst>
                  <a:ext uri="{FF2B5EF4-FFF2-40B4-BE49-F238E27FC236}">
                    <a16:creationId xmlns:a16="http://schemas.microsoft.com/office/drawing/2014/main" id="{3A0F5B06-DAD1-414A-4045-AC17788009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5" name="Freeform 59">
                <a:extLst>
                  <a:ext uri="{FF2B5EF4-FFF2-40B4-BE49-F238E27FC236}">
                    <a16:creationId xmlns:a16="http://schemas.microsoft.com/office/drawing/2014/main" id="{6EAB1EB7-4688-82CC-051F-DB66DE38B8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6" name="Freeform 62">
                <a:extLst>
                  <a:ext uri="{FF2B5EF4-FFF2-40B4-BE49-F238E27FC236}">
                    <a16:creationId xmlns:a16="http://schemas.microsoft.com/office/drawing/2014/main" id="{A9AB2401-8BD6-D082-7D34-198A6545D1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3A90FDBC-4B7A-EDE5-0D04-338D0D4465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8" name="Freeform 79">
                <a:extLst>
                  <a:ext uri="{FF2B5EF4-FFF2-40B4-BE49-F238E27FC236}">
                    <a16:creationId xmlns:a16="http://schemas.microsoft.com/office/drawing/2014/main" id="{A8D3C6B9-6FD6-25DA-E318-38517D172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9" name="Freeform 82">
                <a:extLst>
                  <a:ext uri="{FF2B5EF4-FFF2-40B4-BE49-F238E27FC236}">
                    <a16:creationId xmlns:a16="http://schemas.microsoft.com/office/drawing/2014/main" id="{7B45605F-50DD-B936-79D0-4D5D3DCCF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0" name="Freeform 85">
                <a:extLst>
                  <a:ext uri="{FF2B5EF4-FFF2-40B4-BE49-F238E27FC236}">
                    <a16:creationId xmlns:a16="http://schemas.microsoft.com/office/drawing/2014/main" id="{AA2CCC3A-D444-734A-6925-5778565003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1" name="Freeform 88">
                <a:extLst>
                  <a:ext uri="{FF2B5EF4-FFF2-40B4-BE49-F238E27FC236}">
                    <a16:creationId xmlns:a16="http://schemas.microsoft.com/office/drawing/2014/main" id="{A2BD9A0D-1346-B3F5-7383-79EB805AB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6EB22E5-C3DE-A015-B732-9C99977BB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53" name="Line 63">
                  <a:extLst>
                    <a:ext uri="{FF2B5EF4-FFF2-40B4-BE49-F238E27FC236}">
                      <a16:creationId xmlns:a16="http://schemas.microsoft.com/office/drawing/2014/main" id="{93CF15FE-A466-3FBE-1E87-307BF004FC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4" name="Line 66">
                  <a:extLst>
                    <a:ext uri="{FF2B5EF4-FFF2-40B4-BE49-F238E27FC236}">
                      <a16:creationId xmlns:a16="http://schemas.microsoft.com/office/drawing/2014/main" id="{3C84471E-53D8-C7CA-359C-EA3D084335B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Line 67">
                  <a:extLst>
                    <a:ext uri="{FF2B5EF4-FFF2-40B4-BE49-F238E27FC236}">
                      <a16:creationId xmlns:a16="http://schemas.microsoft.com/office/drawing/2014/main" id="{BC3DC9EB-7ADF-8A40-A0B1-806A49FDD1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6" name="Line 80">
                  <a:extLst>
                    <a:ext uri="{FF2B5EF4-FFF2-40B4-BE49-F238E27FC236}">
                      <a16:creationId xmlns:a16="http://schemas.microsoft.com/office/drawing/2014/main" id="{A9814A17-E78A-F4E9-E11C-91D474D977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7" name="Line 83">
                  <a:extLst>
                    <a:ext uri="{FF2B5EF4-FFF2-40B4-BE49-F238E27FC236}">
                      <a16:creationId xmlns:a16="http://schemas.microsoft.com/office/drawing/2014/main" id="{317CBEE3-C973-721D-F6E1-B01AB3846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8" name="Line 86">
                  <a:extLst>
                    <a:ext uri="{FF2B5EF4-FFF2-40B4-BE49-F238E27FC236}">
                      <a16:creationId xmlns:a16="http://schemas.microsoft.com/office/drawing/2014/main" id="{B94FEC87-B417-D6A3-C64B-28FBFF77E6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9" name="Line 89">
                  <a:extLst>
                    <a:ext uri="{FF2B5EF4-FFF2-40B4-BE49-F238E27FC236}">
                      <a16:creationId xmlns:a16="http://schemas.microsoft.com/office/drawing/2014/main" id="{E06EF271-57E5-EEF4-D040-2024C9C5E2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6F3B2D-71C3-22D2-3FE7-AEB56473B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7575CCE-8AB7-7F62-6647-54A79E708F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B17ABC5D-B6B9-F1AF-A5E6-4E86BF3973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9D90BB42-FD51-C2C9-345D-87DED4AC79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385D3C2A-6509-6882-27B6-96C8742214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Rectangle 30">
                  <a:extLst>
                    <a:ext uri="{FF2B5EF4-FFF2-40B4-BE49-F238E27FC236}">
                      <a16:creationId xmlns:a16="http://schemas.microsoft.com/office/drawing/2014/main" id="{4BF0830E-092E-8582-FD37-25EBB95D93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380A303-EA12-90C6-733E-C85628E6E9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41257D7-35B4-17E4-164F-621D979A03D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6F3910AB-8CA8-F456-4738-9F48854BD06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586CB42-F5B6-83EC-94BC-143860A11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35060AB-ED2F-208F-81B5-BEB45F802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6E687AEB-A199-BAD0-2E9A-3ACBFE2841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DAFE85D5-581E-A320-6774-95E0233C56C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7270347A-DB8B-CFEA-D5B1-DBC3659BBE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1965131-3F3E-E213-B710-81D71722A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A3D07104-0A30-F679-34AF-C21FD6FACE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B13E5798-2DCB-9131-C54F-6F0D08D86F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2F125324-9871-5BDF-13D3-6E4113AFD0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E0CCD1F-2B54-D361-E053-5FF87DD5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2855" y="716800"/>
            <a:ext cx="3838575" cy="5583025"/>
            <a:chOff x="199766" y="716800"/>
            <a:chExt cx="3838575" cy="5583025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3F3EEBC-EBC4-0038-38A9-A494FED7A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80" name="Freeform 64">
                <a:extLst>
                  <a:ext uri="{FF2B5EF4-FFF2-40B4-BE49-F238E27FC236}">
                    <a16:creationId xmlns:a16="http://schemas.microsoft.com/office/drawing/2014/main" id="{581DA3CF-C0A0-8E1A-B2CA-B465ACA6C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1" name="Freeform 81">
                <a:extLst>
                  <a:ext uri="{FF2B5EF4-FFF2-40B4-BE49-F238E27FC236}">
                    <a16:creationId xmlns:a16="http://schemas.microsoft.com/office/drawing/2014/main" id="{DB32943F-D66E-F068-1ECE-FF375616F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2" name="Freeform 61">
                <a:extLst>
                  <a:ext uri="{FF2B5EF4-FFF2-40B4-BE49-F238E27FC236}">
                    <a16:creationId xmlns:a16="http://schemas.microsoft.com/office/drawing/2014/main" id="{3B13BE8F-A9CD-C462-43E9-D182FCF05E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3" name="Freeform 78">
                <a:extLst>
                  <a:ext uri="{FF2B5EF4-FFF2-40B4-BE49-F238E27FC236}">
                    <a16:creationId xmlns:a16="http://schemas.microsoft.com/office/drawing/2014/main" id="{F75852E9-400B-CA0A-4A1A-0B754AE008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84">
                <a:extLst>
                  <a:ext uri="{FF2B5EF4-FFF2-40B4-BE49-F238E27FC236}">
                    <a16:creationId xmlns:a16="http://schemas.microsoft.com/office/drawing/2014/main" id="{1D8ECB49-B6E6-DA8C-61EE-CB6BB20FF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5" name="Freeform 87">
                <a:extLst>
                  <a:ext uri="{FF2B5EF4-FFF2-40B4-BE49-F238E27FC236}">
                    <a16:creationId xmlns:a16="http://schemas.microsoft.com/office/drawing/2014/main" id="{53A3DB70-240A-ADEB-E7B2-84B3837F4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6" name="Freeform 60">
                <a:extLst>
                  <a:ext uri="{FF2B5EF4-FFF2-40B4-BE49-F238E27FC236}">
                    <a16:creationId xmlns:a16="http://schemas.microsoft.com/office/drawing/2014/main" id="{9B713D37-E240-145B-9C3E-F8D262CF7B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17B81BF5-2C3A-46BE-E721-022FD3C1F4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Freeform 62">
                <a:extLst>
                  <a:ext uri="{FF2B5EF4-FFF2-40B4-BE49-F238E27FC236}">
                    <a16:creationId xmlns:a16="http://schemas.microsoft.com/office/drawing/2014/main" id="{2885C111-E5DD-8443-FE17-0569B46EC8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9" name="Freeform 65">
                <a:extLst>
                  <a:ext uri="{FF2B5EF4-FFF2-40B4-BE49-F238E27FC236}">
                    <a16:creationId xmlns:a16="http://schemas.microsoft.com/office/drawing/2014/main" id="{029DD684-1B88-2889-DA3A-5870D67614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0" name="Freeform 79">
                <a:extLst>
                  <a:ext uri="{FF2B5EF4-FFF2-40B4-BE49-F238E27FC236}">
                    <a16:creationId xmlns:a16="http://schemas.microsoft.com/office/drawing/2014/main" id="{3C566D20-0174-75CC-D855-AB274699D8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1" name="Freeform 82">
                <a:extLst>
                  <a:ext uri="{FF2B5EF4-FFF2-40B4-BE49-F238E27FC236}">
                    <a16:creationId xmlns:a16="http://schemas.microsoft.com/office/drawing/2014/main" id="{36A8E32A-151B-A3D3-49DE-6008D6C45F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Freeform 85">
                <a:extLst>
                  <a:ext uri="{FF2B5EF4-FFF2-40B4-BE49-F238E27FC236}">
                    <a16:creationId xmlns:a16="http://schemas.microsoft.com/office/drawing/2014/main" id="{76E7A491-283C-6A17-EB8C-B02383E9A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3" name="Freeform 88">
                <a:extLst>
                  <a:ext uri="{FF2B5EF4-FFF2-40B4-BE49-F238E27FC236}">
                    <a16:creationId xmlns:a16="http://schemas.microsoft.com/office/drawing/2014/main" id="{E91E0A05-94DE-D7F7-3A60-DEA330713B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FF3DE174-682A-6361-8639-CDA2D81AA0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5" name="Line 63">
                  <a:extLst>
                    <a:ext uri="{FF2B5EF4-FFF2-40B4-BE49-F238E27FC236}">
                      <a16:creationId xmlns:a16="http://schemas.microsoft.com/office/drawing/2014/main" id="{2234DE9F-CB30-6186-5B72-493836DF14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6" name="Line 66">
                  <a:extLst>
                    <a:ext uri="{FF2B5EF4-FFF2-40B4-BE49-F238E27FC236}">
                      <a16:creationId xmlns:a16="http://schemas.microsoft.com/office/drawing/2014/main" id="{DAF283E5-22FA-93DD-FB58-AA9A0424C93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7" name="Line 67">
                  <a:extLst>
                    <a:ext uri="{FF2B5EF4-FFF2-40B4-BE49-F238E27FC236}">
                      <a16:creationId xmlns:a16="http://schemas.microsoft.com/office/drawing/2014/main" id="{CE496269-4163-B3BB-A9E1-56F00C65A0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8" name="Line 80">
                  <a:extLst>
                    <a:ext uri="{FF2B5EF4-FFF2-40B4-BE49-F238E27FC236}">
                      <a16:creationId xmlns:a16="http://schemas.microsoft.com/office/drawing/2014/main" id="{90179A3F-210B-6566-A4A2-F50DAB4E89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9" name="Line 83">
                  <a:extLst>
                    <a:ext uri="{FF2B5EF4-FFF2-40B4-BE49-F238E27FC236}">
                      <a16:creationId xmlns:a16="http://schemas.microsoft.com/office/drawing/2014/main" id="{772AEF66-4E36-6C46-BEE9-2E18CDC2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0" name="Line 86">
                  <a:extLst>
                    <a:ext uri="{FF2B5EF4-FFF2-40B4-BE49-F238E27FC236}">
                      <a16:creationId xmlns:a16="http://schemas.microsoft.com/office/drawing/2014/main" id="{258703F6-E13A-5C69-B4D3-DE791D24F1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1" name="Line 89">
                  <a:extLst>
                    <a:ext uri="{FF2B5EF4-FFF2-40B4-BE49-F238E27FC236}">
                      <a16:creationId xmlns:a16="http://schemas.microsoft.com/office/drawing/2014/main" id="{EEC221A3-F3A0-F165-B37C-BF65A34237A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1BE042E-E49B-4A5F-357E-8DB2C56DD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C166BC29-F4E6-A651-BD21-70A8B85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002A7A7-B4BB-9C4C-3948-E72F7F44D1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CF73A36C-4216-A151-D845-77BCCDC9E71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Rectangle 30">
                  <a:extLst>
                    <a:ext uri="{FF2B5EF4-FFF2-40B4-BE49-F238E27FC236}">
                      <a16:creationId xmlns:a16="http://schemas.microsoft.com/office/drawing/2014/main" id="{5BBF4110-E046-056F-4D58-8896610108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30">
                  <a:extLst>
                    <a:ext uri="{FF2B5EF4-FFF2-40B4-BE49-F238E27FC236}">
                      <a16:creationId xmlns:a16="http://schemas.microsoft.com/office/drawing/2014/main" id="{809EE42A-5648-154F-432A-D9F3570862D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783DC31-F0EF-CF42-ED90-75B1ABD16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798C938D-4846-6187-1846-8DF73B4DD1D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E52F3A13-6583-B19D-8326-EDCA4E9994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AC02D64-2157-DCA3-9D5E-57703AAB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EDD009B-AFCE-7C90-EDC0-4823F23EA1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8DCD1D20-6F7B-2005-233C-448F727696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C701A3C9-3B53-4238-2638-1B8BA0EC5F5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36AC7693-785F-3C83-9A64-E6039FA0E0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F359D63-C81D-206A-44F3-F1273C0708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6" name="Freeform 68">
                  <a:extLst>
                    <a:ext uri="{FF2B5EF4-FFF2-40B4-BE49-F238E27FC236}">
                      <a16:creationId xmlns:a16="http://schemas.microsoft.com/office/drawing/2014/main" id="{220AC73E-818C-B36C-CBD0-B0B5802981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69">
                  <a:extLst>
                    <a:ext uri="{FF2B5EF4-FFF2-40B4-BE49-F238E27FC236}">
                      <a16:creationId xmlns:a16="http://schemas.microsoft.com/office/drawing/2014/main" id="{E5255418-4DCC-DA3A-8A94-1E4253DD4C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Line 70">
                  <a:extLst>
                    <a:ext uri="{FF2B5EF4-FFF2-40B4-BE49-F238E27FC236}">
                      <a16:creationId xmlns:a16="http://schemas.microsoft.com/office/drawing/2014/main" id="{81D8F951-4C97-BFA4-4434-DCEC72D59E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784D93E-84DF-A671-0102-F4445B9DB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4377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3031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6F8AB8B9-9DB5-3592-13B2-C6EAC9964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104724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B6B9D5-CD1B-A940-279D-F71F01ADB00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568164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269BDF9-7C8E-6E41-2B0A-E6156A56F0E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74202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B8ED33-4EE7-7B50-3C8D-2D43FCEE2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C8F833A-02FB-E36B-45C9-0645070F68F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7BDAEEC9-E6ED-C61A-85C7-C1E0B67B1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1492A7-053E-DE52-D433-9715A1632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3267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910FDC-FCA3-4F39-AC3F-821172639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37" y="0"/>
            <a:ext cx="386715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4C136262-2D92-08CC-8364-8E00D9FE6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3685" y="400049"/>
            <a:ext cx="731015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F0F278F-99B1-49C2-968B-C983DF8121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0810" y="430212"/>
            <a:ext cx="2989063" cy="5997575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F82769-951B-3DA0-5C05-D7354E00A37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13685" y="1997132"/>
            <a:ext cx="7314440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E138E9-0025-C4F7-43CB-C242E93B3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1368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3412D6E-AE2E-B8C7-3247-1E771842C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368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A960C8-4CEC-FD5C-58B1-0A33E8015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1392" y="6356350"/>
            <a:ext cx="3614737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500073-CE8C-BD5A-D965-BBB31877F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45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>
            <a:extLst>
              <a:ext uri="{FF2B5EF4-FFF2-40B4-BE49-F238E27FC236}">
                <a16:creationId xmlns:a16="http://schemas.microsoft.com/office/drawing/2014/main" id="{08188DE9-5A5D-940E-A9B9-5CFB3A7C1A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34A48A-4B33-4D5B-B419-07841EB5890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4" y="1997132"/>
            <a:ext cx="410543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4167E6-4D04-7A2D-23CD-96BBAF8BB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C648438-1E2A-193E-BB18-7CBA2B4929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4BF0ED-9E99-363F-C319-90444F339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5F4DA9D-3116-000E-0A7B-D7B93F324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98CFB27C-609E-49B0-CA37-A6CCB5E9DC5C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833938" y="1997075"/>
            <a:ext cx="6781268" cy="423221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table</a:t>
            </a:r>
          </a:p>
        </p:txBody>
      </p:sp>
    </p:spTree>
    <p:extLst>
      <p:ext uri="{BB962C8B-B14F-4D97-AF65-F5344CB8AC3E}">
        <p14:creationId xmlns:p14="http://schemas.microsoft.com/office/powerpoint/2010/main" val="3826740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0">
            <a:extLst>
              <a:ext uri="{FF2B5EF4-FFF2-40B4-BE49-F238E27FC236}">
                <a16:creationId xmlns:a16="http://schemas.microsoft.com/office/drawing/2014/main" id="{120C2CE9-09D7-C315-9A26-E750905F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7636" y="400049"/>
            <a:ext cx="8467760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B5F0A77-8ECB-36B0-0483-E734AB12FD7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157636" y="1997132"/>
            <a:ext cx="5597686" cy="4356056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CB4063C8-82E1-0B52-0D41-B642726AD1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945821" y="1997134"/>
            <a:ext cx="2679575" cy="435605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374DF95-81A4-1CFF-D87E-1DBCA565C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85095" y="457964"/>
            <a:ext cx="2211229" cy="2707415"/>
            <a:chOff x="9728105" y="457964"/>
            <a:chExt cx="2211229" cy="270741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15172FB-4F23-B7CE-4A45-A96A16F64C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78A1988F-4EE5-01C8-E1E2-EE21A6AF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59707535-B3AB-7212-B069-A366ABAFE2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E14A54E3-A9EA-3476-B996-946D455F356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Rectangle 30">
                  <a:extLst>
                    <a:ext uri="{FF2B5EF4-FFF2-40B4-BE49-F238E27FC236}">
                      <a16:creationId xmlns:a16="http://schemas.microsoft.com/office/drawing/2014/main" id="{8096AB25-3A2B-B9B7-A68E-1974E3ED87A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7" name="Rectangle 30">
                  <a:extLst>
                    <a:ext uri="{FF2B5EF4-FFF2-40B4-BE49-F238E27FC236}">
                      <a16:creationId xmlns:a16="http://schemas.microsoft.com/office/drawing/2014/main" id="{2085403A-97EF-4203-C58B-E41070E516F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2F8BD77-64E1-4FBD-81A4-E43A307C93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323A0F3A-5730-3AFC-409F-6A67460C5A7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70681FEE-64CB-7074-366C-42CED63713A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8813273-0B3B-17D4-89E5-22B5D6407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8DEE50A8-DEB8-82E4-6939-22346B41BF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98" name="Freeform 68">
                  <a:extLst>
                    <a:ext uri="{FF2B5EF4-FFF2-40B4-BE49-F238E27FC236}">
                      <a16:creationId xmlns:a16="http://schemas.microsoft.com/office/drawing/2014/main" id="{7C268328-6EF0-F968-28D1-9F0E5B0177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9" name="Freeform 69">
                  <a:extLst>
                    <a:ext uri="{FF2B5EF4-FFF2-40B4-BE49-F238E27FC236}">
                      <a16:creationId xmlns:a16="http://schemas.microsoft.com/office/drawing/2014/main" id="{37BFDF79-1029-8C4B-621E-4A6C9DFB6D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97" name="Line 70">
                <a:extLst>
                  <a:ext uri="{FF2B5EF4-FFF2-40B4-BE49-F238E27FC236}">
                    <a16:creationId xmlns:a16="http://schemas.microsoft.com/office/drawing/2014/main" id="{20958208-D7CF-3479-7930-E3FB39DAA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5445BB5-50E8-C707-7C74-32796AC98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268449" y="3721100"/>
            <a:ext cx="2211229" cy="2707415"/>
            <a:chOff x="9728105" y="457964"/>
            <a:chExt cx="2211229" cy="2707415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0348311-F256-5764-CF61-E4D36CE7B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965C0C66-56A0-6241-4611-3A2493CC25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EACD9C93-31AC-1752-5BBC-966E9B2DBF9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AD9C47F5-E53F-7F26-B78D-C86305CF012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1" name="Rectangle 30">
                  <a:extLst>
                    <a:ext uri="{FF2B5EF4-FFF2-40B4-BE49-F238E27FC236}">
                      <a16:creationId xmlns:a16="http://schemas.microsoft.com/office/drawing/2014/main" id="{83DE65FD-926B-50A2-C5CD-C1ED2C6BFD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2" name="Rectangle 30">
                  <a:extLst>
                    <a:ext uri="{FF2B5EF4-FFF2-40B4-BE49-F238E27FC236}">
                      <a16:creationId xmlns:a16="http://schemas.microsoft.com/office/drawing/2014/main" id="{B2D4F39F-E241-2969-4965-6940516FC55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38E667E2-23D6-06EC-B435-059EACC04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76B00091-7194-5945-8734-F08C954FA7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BBC29BA4-16A3-1452-4146-20264C0146C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DEF5151-E1C8-79DA-AA94-F406CE561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A63FFA48-1F7E-5963-4AAD-A6E2C1D4B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13" name="Freeform 68">
                  <a:extLst>
                    <a:ext uri="{FF2B5EF4-FFF2-40B4-BE49-F238E27FC236}">
                      <a16:creationId xmlns:a16="http://schemas.microsoft.com/office/drawing/2014/main" id="{9B0AC0F7-48CE-DBC4-877B-C36BD9A0E2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4" name="Freeform 69">
                  <a:extLst>
                    <a:ext uri="{FF2B5EF4-FFF2-40B4-BE49-F238E27FC236}">
                      <a16:creationId xmlns:a16="http://schemas.microsoft.com/office/drawing/2014/main" id="{9CE55AA7-08FE-768A-DFEA-13EE468895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12" name="Line 70">
                <a:extLst>
                  <a:ext uri="{FF2B5EF4-FFF2-40B4-BE49-F238E27FC236}">
                    <a16:creationId xmlns:a16="http://schemas.microsoft.com/office/drawing/2014/main" id="{EE9CD552-7569-2A39-A082-9790C85B6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F9AEDFC-F371-37C8-E0DA-7AAFA49C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57636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FD4A2EC-3D37-5ED6-3C9F-0CE19E6E5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4A13167-ABFC-A428-5DDD-7F6BAA8E9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EF8E96-D06F-D077-7044-401B18EE5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6418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0301" y="533292"/>
            <a:ext cx="4132469" cy="2213542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98061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E5FA1-697B-6FB5-4F63-346DF5F170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30067" y="3219450"/>
            <a:ext cx="4128934" cy="3092780"/>
          </a:xfrm>
        </p:spPr>
        <p:txBody>
          <a:bodyPr/>
          <a:lstStyle>
            <a:lvl1pPr marL="0" indent="0" algn="ctr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1pPr>
            <a:lvl2pPr marL="36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2pPr>
            <a:lvl3pPr marL="72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3pPr>
            <a:lvl4pPr marL="108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4pPr>
            <a:lvl5pPr marL="1440000" indent="0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89466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9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10" r:id="rId15"/>
    <p:sldLayoutId id="2147483711" r:id="rId16"/>
    <p:sldLayoutId id="2147483713" r:id="rId17"/>
    <p:sldLayoutId id="2147483714" r:id="rId18"/>
    <p:sldLayoutId id="2147483715" r:id="rId19"/>
    <p:sldLayoutId id="2147483717" r:id="rId20"/>
    <p:sldLayoutId id="2147483672" r:id="rId2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907" y="298563"/>
            <a:ext cx="4946495" cy="6260873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Google Sans"/>
              </a:rPr>
              <a:t>Chapter 3</a:t>
            </a:r>
            <a:br>
              <a:rPr lang="en-US" sz="4800" b="1" dirty="0">
                <a:latin typeface="Google Sans"/>
              </a:rPr>
            </a:br>
            <a:r>
              <a:rPr lang="en-US" sz="4800" b="1" dirty="0">
                <a:latin typeface="Google Sans"/>
              </a:rPr>
              <a:t>Classification</a:t>
            </a:r>
            <a:br>
              <a:rPr lang="en-US" sz="4800" dirty="0"/>
            </a:br>
            <a:br>
              <a:rPr lang="en-US" sz="4800" dirty="0"/>
            </a:br>
            <a:r>
              <a:rPr lang="en-US" sz="1600" dirty="0"/>
              <a:t>Muhammad Umar</a:t>
            </a:r>
            <a:br>
              <a:rPr lang="en-US" sz="4800" dirty="0"/>
            </a:br>
            <a:r>
              <a:rPr lang="en-US" sz="1600" dirty="0"/>
              <a:t>UIAI Lab 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2BCF-2AAF-F416-05EE-7BAC6F14B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28" y="927739"/>
            <a:ext cx="5709893" cy="733282"/>
          </a:xfrm>
        </p:spPr>
        <p:txBody>
          <a:bodyPr/>
          <a:lstStyle/>
          <a:p>
            <a:pPr algn="l"/>
            <a:r>
              <a:rPr lang="en-US" sz="4000" b="1" dirty="0">
                <a:latin typeface="Google Sans"/>
              </a:rPr>
              <a:t>Table of Contents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DA7F9A3-14FE-445C-4FCD-3C88C92A7053}"/>
              </a:ext>
            </a:extLst>
          </p:cNvPr>
          <p:cNvSpPr txBox="1">
            <a:spLocks/>
          </p:cNvSpPr>
          <p:nvPr/>
        </p:nvSpPr>
        <p:spPr>
          <a:xfrm>
            <a:off x="446228" y="1486948"/>
            <a:ext cx="7045141" cy="388410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dirty="0"/>
              <a:t>Introduction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dirty="0"/>
              <a:t>Dataset Exploration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dirty="0"/>
              <a:t>Loading and Preprocessing Data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dirty="0"/>
              <a:t>Confusion Matrix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dirty="0"/>
              <a:t>Precision Recall and F1 Score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dirty="0"/>
              <a:t>Comparison of Performance Metrices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dirty="0"/>
              <a:t>Error Analysis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dirty="0"/>
              <a:t>Summary </a:t>
            </a:r>
          </a:p>
          <a:p>
            <a:pPr algn="l"/>
            <a:endParaRPr lang="en-US" sz="1600" dirty="0"/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2385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AE0C0B2A-3FD1-4235-A16E-0ED1E028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9494E066-0146-46E9-BAF1-C33240AB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036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7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35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078" y="242691"/>
            <a:ext cx="5995724" cy="972207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400" b="1" dirty="0">
                <a:latin typeface="Google Sans"/>
              </a:rPr>
              <a:t>Introduction</a:t>
            </a:r>
            <a:endParaRPr lang="en-US" sz="1200" dirty="0"/>
          </a:p>
        </p:txBody>
      </p: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50F37AA1-A09B-4E28-987B-38E5060E1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19525" y="2840038"/>
            <a:ext cx="2216150" cy="1177924"/>
            <a:chOff x="4987925" y="2840038"/>
            <a:chExt cx="2216150" cy="1177924"/>
          </a:xfrm>
        </p:grpSpPr>
        <p:sp>
          <p:nvSpPr>
            <p:cNvPr id="1042" name="Rectangle 1041">
              <a:extLst>
                <a:ext uri="{FF2B5EF4-FFF2-40B4-BE49-F238E27FC236}">
                  <a16:creationId xmlns:a16="http://schemas.microsoft.com/office/drawing/2014/main" id="{9874D018-FDBA-4AD4-8C74-17D41F4FB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43" name="Group 1042">
              <a:extLst>
                <a:ext uri="{FF2B5EF4-FFF2-40B4-BE49-F238E27FC236}">
                  <a16:creationId xmlns:a16="http://schemas.microsoft.com/office/drawing/2014/main" id="{DB43F5C4-EF74-49F4-97CB-97938DDC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044" name="Group 1043">
                <a:extLst>
                  <a:ext uri="{FF2B5EF4-FFF2-40B4-BE49-F238E27FC236}">
                    <a16:creationId xmlns:a16="http://schemas.microsoft.com/office/drawing/2014/main" id="{B74E0761-A6EC-4896-A2D4-97A0AF0AA0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049" name="Freeform 68">
                  <a:extLst>
                    <a:ext uri="{FF2B5EF4-FFF2-40B4-BE49-F238E27FC236}">
                      <a16:creationId xmlns:a16="http://schemas.microsoft.com/office/drawing/2014/main" id="{E02DDA0C-BC2F-4EA7-B34E-E0A38B82BA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0" name="Freeform 69">
                  <a:extLst>
                    <a:ext uri="{FF2B5EF4-FFF2-40B4-BE49-F238E27FC236}">
                      <a16:creationId xmlns:a16="http://schemas.microsoft.com/office/drawing/2014/main" id="{CF13B05D-4163-4B4E-A2D2-FA7ED94682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1" name="Line 70">
                  <a:extLst>
                    <a:ext uri="{FF2B5EF4-FFF2-40B4-BE49-F238E27FC236}">
                      <a16:creationId xmlns:a16="http://schemas.microsoft.com/office/drawing/2014/main" id="{6D222543-B140-45C1-A731-C56E6B3A17C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45" name="Group 1044">
                <a:extLst>
                  <a:ext uri="{FF2B5EF4-FFF2-40B4-BE49-F238E27FC236}">
                    <a16:creationId xmlns:a16="http://schemas.microsoft.com/office/drawing/2014/main" id="{21D25868-4B38-41A5-8DA7-BB01E85342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046" name="Freeform 68">
                  <a:extLst>
                    <a:ext uri="{FF2B5EF4-FFF2-40B4-BE49-F238E27FC236}">
                      <a16:creationId xmlns:a16="http://schemas.microsoft.com/office/drawing/2014/main" id="{9BA6FA89-CCD8-4CC0-954F-FBBFA59737E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7" name="Freeform 69">
                  <a:extLst>
                    <a:ext uri="{FF2B5EF4-FFF2-40B4-BE49-F238E27FC236}">
                      <a16:creationId xmlns:a16="http://schemas.microsoft.com/office/drawing/2014/main" id="{73005E59-2B44-4A62-A8F1-504FB1706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8" name="Line 70">
                  <a:extLst>
                    <a:ext uri="{FF2B5EF4-FFF2-40B4-BE49-F238E27FC236}">
                      <a16:creationId xmlns:a16="http://schemas.microsoft.com/office/drawing/2014/main" id="{C9AB3E16-8B92-47B2-BA2E-02935767A80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4E653B57-2620-424D-ADAF-60975D8F8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00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lassification Algorithm in Machine Learning - Javatpoint">
            <a:extLst>
              <a:ext uri="{FF2B5EF4-FFF2-40B4-BE49-F238E27FC236}">
                <a16:creationId xmlns:a16="http://schemas.microsoft.com/office/drawing/2014/main" id="{7BFA4C04-DD45-3451-7E1B-C23D1F915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54799" y="1214898"/>
            <a:ext cx="4996213" cy="4425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2A2A62-A3FA-D232-0CB3-84538B8AFAB5}"/>
              </a:ext>
            </a:extLst>
          </p:cNvPr>
          <p:cNvSpPr txBox="1"/>
          <p:nvPr/>
        </p:nvSpPr>
        <p:spPr>
          <a:xfrm>
            <a:off x="8050445" y="5656311"/>
            <a:ext cx="4100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Figure: Classification Graphically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19D848-6572-95BE-099A-33FEFD70BC9D}"/>
              </a:ext>
            </a:extLst>
          </p:cNvPr>
          <p:cNvSpPr/>
          <p:nvPr/>
        </p:nvSpPr>
        <p:spPr>
          <a:xfrm>
            <a:off x="926250" y="2355323"/>
            <a:ext cx="3798606" cy="519294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What basically is Classification?</a:t>
            </a:r>
            <a:endParaRPr lang="en-US" b="1" dirty="0"/>
          </a:p>
        </p:txBody>
      </p:sp>
      <p:pic>
        <p:nvPicPr>
          <p:cNvPr id="8" name="Picture 7" descr="Question Cat">
            <a:extLst>
              <a:ext uri="{FF2B5EF4-FFF2-40B4-BE49-F238E27FC236}">
                <a16:creationId xmlns:a16="http://schemas.microsoft.com/office/drawing/2014/main" id="{44CE1A87-0398-A479-9E1B-BFD3B4C4E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276" y="1963318"/>
            <a:ext cx="1716360" cy="1716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7BDCD4-44C1-6257-4C3E-AB6D45B48569}"/>
              </a:ext>
            </a:extLst>
          </p:cNvPr>
          <p:cNvSpPr txBox="1"/>
          <p:nvPr/>
        </p:nvSpPr>
        <p:spPr>
          <a:xfrm>
            <a:off x="1060214" y="3749994"/>
            <a:ext cx="37986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US" sz="1800" dirty="0"/>
            </a:br>
            <a:r>
              <a:rPr lang="en-US" sz="1800" dirty="0"/>
              <a:t>Classification is a supervised machine learning algorithms that aim to learn from labelled data and predict the class of new or unseen data.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A21355-3E25-F423-3568-B7A3DFBCB787}"/>
              </a:ext>
            </a:extLst>
          </p:cNvPr>
          <p:cNvSpPr txBox="1"/>
          <p:nvPr/>
        </p:nvSpPr>
        <p:spPr>
          <a:xfrm>
            <a:off x="540988" y="1264549"/>
            <a:ext cx="5119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In this chapter we will explore and experience the classification techniques used in Machine Learning.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73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2" grpId="0" animBg="1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65" y="730099"/>
            <a:ext cx="4056177" cy="788308"/>
          </a:xfrm>
        </p:spPr>
        <p:txBody>
          <a:bodyPr vert="horz" wrap="square" lIns="91440" tIns="45720" rIns="91440" bIns="45720" rtlCol="0" anchor="b" anchorCtr="0">
            <a:normAutofit fontScale="90000"/>
          </a:bodyPr>
          <a:lstStyle/>
          <a:p>
            <a:r>
              <a:rPr lang="en-US" sz="4800" b="1" kern="1200" cap="none" spc="0" baseline="0" dirty="0">
                <a:solidFill>
                  <a:schemeClr val="tx1"/>
                </a:solidFill>
                <a:latin typeface="Google Sans"/>
              </a:rPr>
              <a:t>MNIST Dataset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AB2F59-1EDA-84F3-4DC9-79A59ABEDB54}"/>
              </a:ext>
            </a:extLst>
          </p:cNvPr>
          <p:cNvSpPr/>
          <p:nvPr/>
        </p:nvSpPr>
        <p:spPr>
          <a:xfrm>
            <a:off x="637905" y="1804145"/>
            <a:ext cx="4248761" cy="923331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 Images = 70000 images </a:t>
            </a:r>
          </a:p>
          <a:p>
            <a:pPr algn="ctr"/>
            <a:r>
              <a:rPr lang="en-US" dirty="0"/>
              <a:t>28x28 pixels = 784 pixels (features)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E4548D-71EB-C31C-4137-DCD7CD63A1B0}"/>
              </a:ext>
            </a:extLst>
          </p:cNvPr>
          <p:cNvSpPr txBox="1"/>
          <p:nvPr/>
        </p:nvSpPr>
        <p:spPr>
          <a:xfrm>
            <a:off x="781496" y="3344588"/>
            <a:ext cx="45330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Every MNIST data point has two parts: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Image of the handwritten digit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Corresponding label (0-9)</a:t>
            </a:r>
          </a:p>
        </p:txBody>
      </p:sp>
      <p:pic>
        <p:nvPicPr>
          <p:cNvPr id="13" name="Picture 12" descr="A framed picture of numbers on a wall&#10;&#10;Description automatically generated">
            <a:extLst>
              <a:ext uri="{FF2B5EF4-FFF2-40B4-BE49-F238E27FC236}">
                <a16:creationId xmlns:a16="http://schemas.microsoft.com/office/drawing/2014/main" id="{0A27C852-1A9E-B624-99EB-69957555B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582" y="540033"/>
            <a:ext cx="5033394" cy="54580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902C75A-84C2-C17F-003F-B7D720D91BD7}"/>
              </a:ext>
            </a:extLst>
          </p:cNvPr>
          <p:cNvSpPr txBox="1"/>
          <p:nvPr/>
        </p:nvSpPr>
        <p:spPr>
          <a:xfrm>
            <a:off x="8566551" y="6179467"/>
            <a:ext cx="33975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Figure: MNIST Dataset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10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8" name="Rectangle 3097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888" y="297111"/>
            <a:ext cx="3528000" cy="2303213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z="3200" b="1" i="0" kern="1200" cap="none" spc="0" baseline="0" dirty="0">
                <a:solidFill>
                  <a:schemeClr val="tx1"/>
                </a:solidFill>
                <a:effectLst/>
                <a:latin typeface="Google Sans"/>
              </a:rPr>
              <a:t>Loading and Preprocessing Dataset</a:t>
            </a:r>
            <a:endParaRPr lang="en-US" sz="3200" kern="1200" cap="none" spc="0" baseline="0" dirty="0">
              <a:solidFill>
                <a:schemeClr val="tx1"/>
              </a:solidFill>
              <a:latin typeface="Google Sans"/>
            </a:endParaRPr>
          </a:p>
        </p:txBody>
      </p:sp>
      <p:cxnSp>
        <p:nvCxnSpPr>
          <p:cNvPr id="3099" name="Straight Connector 3098">
            <a:extLst>
              <a:ext uri="{FF2B5EF4-FFF2-40B4-BE49-F238E27FC236}">
                <a16:creationId xmlns:a16="http://schemas.microsoft.com/office/drawing/2014/main" id="{3A513CAD-9784-4D35-BAF9-1F7DDD69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7">
            <a:extLst>
              <a:ext uri="{FF2B5EF4-FFF2-40B4-BE49-F238E27FC236}">
                <a16:creationId xmlns:a16="http://schemas.microsoft.com/office/drawing/2014/main" id="{2C602EC3-0115-4FB6-BAA7-BCA17E611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3552" y="450000"/>
            <a:ext cx="6107460" cy="248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cap="none" spc="50" dirty="0">
                <a:solidFill>
                  <a:schemeClr val="tx1">
                    <a:lumMod val="95000"/>
                    <a:lumOff val="5000"/>
                    <a:alpha val="60000"/>
                  </a:schemeClr>
                </a:solidFill>
                <a:latin typeface="+mj-lt"/>
              </a:rPr>
              <a:t>Import necessary libraries.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cap="none" spc="50" dirty="0">
                <a:solidFill>
                  <a:schemeClr val="tx1">
                    <a:lumMod val="95000"/>
                    <a:lumOff val="5000"/>
                    <a:alpha val="60000"/>
                  </a:schemeClr>
                </a:solidFill>
                <a:latin typeface="+mj-lt"/>
              </a:rPr>
              <a:t>Load the MNIST </a:t>
            </a:r>
            <a:r>
              <a:rPr lang="en-US" sz="2000" cap="none" spc="50" dirty="0">
                <a:solidFill>
                  <a:schemeClr val="tx1">
                    <a:lumMod val="95000"/>
                    <a:lumOff val="5000"/>
                    <a:alpha val="60000"/>
                  </a:schemeClr>
                </a:solidFill>
                <a:latin typeface="+mj-lt"/>
              </a:rPr>
              <a:t>dataset</a:t>
            </a:r>
            <a:r>
              <a:rPr lang="en-US" cap="none" spc="50" dirty="0">
                <a:solidFill>
                  <a:schemeClr val="tx1">
                    <a:lumMod val="95000"/>
                    <a:lumOff val="5000"/>
                    <a:alpha val="60000"/>
                  </a:schemeClr>
                </a:solidFill>
                <a:latin typeface="+mj-lt"/>
              </a:rPr>
              <a:t> from OPENML.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cap="none" spc="50" dirty="0">
                <a:solidFill>
                  <a:schemeClr val="tx1">
                    <a:lumMod val="95000"/>
                    <a:lumOff val="5000"/>
                    <a:alpha val="60000"/>
                  </a:schemeClr>
                </a:solidFill>
                <a:latin typeface="+mj-lt"/>
              </a:rPr>
              <a:t>Separate features (X) and labels (y).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cap="none" spc="50" dirty="0">
              <a:solidFill>
                <a:schemeClr val="tx1">
                  <a:lumMod val="95000"/>
                  <a:lumOff val="5000"/>
                  <a:alpha val="60000"/>
                </a:schemeClr>
              </a:solidFill>
              <a:latin typeface="+mj-lt"/>
            </a:endParaRPr>
          </a:p>
        </p:txBody>
      </p:sp>
      <p:pic>
        <p:nvPicPr>
          <p:cNvPr id="12" name="Picture 11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FCC412B2-D01B-F98F-6B99-C9C57B6F3F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382" b="1831"/>
          <a:stretch/>
        </p:blipFill>
        <p:spPr>
          <a:xfrm>
            <a:off x="1543050" y="2585266"/>
            <a:ext cx="9105900" cy="32499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BCBE72-943C-F723-293F-EDF45EED5316}"/>
              </a:ext>
            </a:extLst>
          </p:cNvPr>
          <p:cNvSpPr txBox="1"/>
          <p:nvPr/>
        </p:nvSpPr>
        <p:spPr>
          <a:xfrm>
            <a:off x="5202573" y="6005273"/>
            <a:ext cx="297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Figure: 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163442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0C0B2A-3FD1-4235-A16E-0ED1E028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94E066-0146-46E9-BAF1-C33240AB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8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7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629" y="401568"/>
            <a:ext cx="4557942" cy="752335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latin typeface="Google Sans"/>
              </a:rPr>
              <a:t>Confusion Matrix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0F37AA1-A09B-4E28-987B-38E5060E1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19525" y="2840038"/>
            <a:ext cx="2216150" cy="1177924"/>
            <a:chOff x="4987925" y="2840038"/>
            <a:chExt cx="2216150" cy="117792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874D018-FDBA-4AD4-8C74-17D41F4FB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B43F5C4-EF74-49F4-97CB-97938DDC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74E0761-A6EC-4896-A2D4-97A0AF0AA0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1" name="Freeform 68">
                  <a:extLst>
                    <a:ext uri="{FF2B5EF4-FFF2-40B4-BE49-F238E27FC236}">
                      <a16:creationId xmlns:a16="http://schemas.microsoft.com/office/drawing/2014/main" id="{E02DDA0C-BC2F-4EA7-B34E-E0A38B82BA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69">
                  <a:extLst>
                    <a:ext uri="{FF2B5EF4-FFF2-40B4-BE49-F238E27FC236}">
                      <a16:creationId xmlns:a16="http://schemas.microsoft.com/office/drawing/2014/main" id="{CF13B05D-4163-4B4E-A2D2-FA7ED94682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Line 70">
                  <a:extLst>
                    <a:ext uri="{FF2B5EF4-FFF2-40B4-BE49-F238E27FC236}">
                      <a16:creationId xmlns:a16="http://schemas.microsoft.com/office/drawing/2014/main" id="{6D222543-B140-45C1-A731-C56E6B3A17C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21D25868-4B38-41A5-8DA7-BB01E85342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8" name="Freeform 68">
                  <a:extLst>
                    <a:ext uri="{FF2B5EF4-FFF2-40B4-BE49-F238E27FC236}">
                      <a16:creationId xmlns:a16="http://schemas.microsoft.com/office/drawing/2014/main" id="{9BA6FA89-CCD8-4CC0-954F-FBBFA59737E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69">
                  <a:extLst>
                    <a:ext uri="{FF2B5EF4-FFF2-40B4-BE49-F238E27FC236}">
                      <a16:creationId xmlns:a16="http://schemas.microsoft.com/office/drawing/2014/main" id="{73005E59-2B44-4A62-A8F1-504FB1706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Line 70">
                  <a:extLst>
                    <a:ext uri="{FF2B5EF4-FFF2-40B4-BE49-F238E27FC236}">
                      <a16:creationId xmlns:a16="http://schemas.microsoft.com/office/drawing/2014/main" id="{C9AB3E16-8B92-47B2-BA2E-02935767A80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1B5DF063-A889-4037-8C0F-D6D424107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26632-097A-572A-068F-31206B37B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79" y="1750944"/>
            <a:ext cx="4999885" cy="24879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D077C4-0895-8804-93D1-38C42E7ABFD3}"/>
              </a:ext>
            </a:extLst>
          </p:cNvPr>
          <p:cNvSpPr txBox="1"/>
          <p:nvPr/>
        </p:nvSpPr>
        <p:spPr>
          <a:xfrm>
            <a:off x="1949043" y="6227918"/>
            <a:ext cx="2197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Figure: Confusion Matrix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025799-AE04-EECF-B910-C92E9CB1F6C1}"/>
              </a:ext>
            </a:extLst>
          </p:cNvPr>
          <p:cNvSpPr txBox="1"/>
          <p:nvPr/>
        </p:nvSpPr>
        <p:spPr>
          <a:xfrm>
            <a:off x="1253476" y="1251422"/>
            <a:ext cx="31878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effectLst/>
                <a:latin typeface="+mj-lt"/>
              </a:rPr>
              <a:t>A confusion matrix is a performance evaluation tool in machine learning, representing the accuracy of a classification model.</a:t>
            </a:r>
            <a:endParaRPr lang="en-US" dirty="0">
              <a:latin typeface="+mj-lt"/>
            </a:endParaRPr>
          </a:p>
        </p:txBody>
      </p:sp>
      <p:pic>
        <p:nvPicPr>
          <p:cNvPr id="1028" name="Picture 4" descr="Typical structure of confusion matrix ...">
            <a:extLst>
              <a:ext uri="{FF2B5EF4-FFF2-40B4-BE49-F238E27FC236}">
                <a16:creationId xmlns:a16="http://schemas.microsoft.com/office/drawing/2014/main" id="{B7A74725-8EFC-B2B8-DA24-1D8EAEDBB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410" y="4066922"/>
            <a:ext cx="2794213" cy="208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9336BC-B20F-0989-089F-BF134C4DFF38}"/>
              </a:ext>
            </a:extLst>
          </p:cNvPr>
          <p:cNvSpPr txBox="1"/>
          <p:nvPr/>
        </p:nvSpPr>
        <p:spPr>
          <a:xfrm>
            <a:off x="8078754" y="4367747"/>
            <a:ext cx="2492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Figure: Code Evaluation of CM</a:t>
            </a:r>
          </a:p>
        </p:txBody>
      </p:sp>
    </p:spTree>
    <p:extLst>
      <p:ext uri="{BB962C8B-B14F-4D97-AF65-F5344CB8AC3E}">
        <p14:creationId xmlns:p14="http://schemas.microsoft.com/office/powerpoint/2010/main" val="235918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7F9A0-D364-C129-711E-DB39F65EE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2848" y="699484"/>
            <a:ext cx="5326910" cy="1593253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/>
            <a:r>
              <a:rPr lang="en-US" sz="3200" b="1" kern="1200" cap="none" spc="0" baseline="0" dirty="0">
                <a:solidFill>
                  <a:schemeClr val="tx1"/>
                </a:solidFill>
                <a:latin typeface="Google Sans"/>
              </a:rPr>
              <a:t>Precision Recall </a:t>
            </a:r>
            <a:br>
              <a:rPr lang="en-US" sz="3200" b="1" kern="1200" cap="none" spc="0" baseline="0" dirty="0">
                <a:solidFill>
                  <a:schemeClr val="tx1"/>
                </a:solidFill>
                <a:latin typeface="Google Sans"/>
              </a:rPr>
            </a:br>
            <a:r>
              <a:rPr lang="en-US" sz="3200" b="1" kern="1200" cap="none" spc="0" baseline="0" dirty="0">
                <a:solidFill>
                  <a:schemeClr val="tx1"/>
                </a:solidFill>
                <a:latin typeface="Google Sans"/>
              </a:rPr>
              <a:t>and F1 score 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A513CAD-9784-4D35-BAF9-1F7DDD69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BFE84A7-25EF-3EAC-827F-0F82AD57D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66109" y="647994"/>
            <a:ext cx="4948208" cy="248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>
                    <a:lumMod val="95000"/>
                    <a:lumOff val="5000"/>
                    <a:alpha val="60000"/>
                  </a:schemeClr>
                </a:solidFill>
                <a:latin typeface="+mj-lt"/>
              </a:rPr>
              <a:t>Precision = True Positive / True Positive + False Positive </a:t>
            </a:r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>
                    <a:lumMod val="95000"/>
                    <a:lumOff val="5000"/>
                    <a:alpha val="60000"/>
                  </a:schemeClr>
                </a:solidFill>
                <a:latin typeface="+mj-lt"/>
              </a:rPr>
              <a:t>Recall = True Positive / True Positive + False Negative</a:t>
            </a:r>
          </a:p>
          <a:p>
            <a:pPr>
              <a:lnSpc>
                <a:spcPct val="140000"/>
              </a:lnSpc>
            </a:pPr>
            <a:endParaRPr lang="en-US" sz="1400" dirty="0">
              <a:solidFill>
                <a:schemeClr val="tx1">
                  <a:lumMod val="95000"/>
                  <a:lumOff val="5000"/>
                  <a:alpha val="60000"/>
                </a:schemeClr>
              </a:solidFill>
              <a:latin typeface="+mj-lt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FB613AD-00EA-4831-B6D3-32608400E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9000"/>
            <a:ext cx="12192000" cy="34289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913B3D-0ABE-F953-6FB3-3BA81E13B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89" y="3872262"/>
            <a:ext cx="5421600" cy="21008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4379A6-7D80-FE10-6AA4-CFA2C2189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413" y="4169905"/>
            <a:ext cx="5421600" cy="1505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3DAC68-5C95-A74A-C8E0-318A022719FB}"/>
              </a:ext>
            </a:extLst>
          </p:cNvPr>
          <p:cNvSpPr txBox="1"/>
          <p:nvPr/>
        </p:nvSpPr>
        <p:spPr>
          <a:xfrm>
            <a:off x="4715970" y="6269500"/>
            <a:ext cx="3229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Figure: Precision Recall and F1 Score </a:t>
            </a:r>
          </a:p>
        </p:txBody>
      </p:sp>
    </p:spTree>
    <p:extLst>
      <p:ext uri="{BB962C8B-B14F-4D97-AF65-F5344CB8AC3E}">
        <p14:creationId xmlns:p14="http://schemas.microsoft.com/office/powerpoint/2010/main" val="272386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7696" y="77451"/>
            <a:ext cx="11047042" cy="62422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Google Sans"/>
              </a:rPr>
              <a:t>Accuracy vs Precision vs Recall vs F1 Score</a:t>
            </a:r>
          </a:p>
        </p:txBody>
      </p:sp>
      <p:graphicFrame>
        <p:nvGraphicFramePr>
          <p:cNvPr id="15" name="Content Placeholder 18">
            <a:extLst>
              <a:ext uri="{FF2B5EF4-FFF2-40B4-BE49-F238E27FC236}">
                <a16:creationId xmlns:a16="http://schemas.microsoft.com/office/drawing/2014/main" id="{74BD87A9-1BDA-A162-93E6-ABF9D3330593}"/>
              </a:ext>
            </a:extLst>
          </p:cNvPr>
          <p:cNvGraphicFramePr>
            <a:graphicFrameLocks noGrp="1"/>
          </p:cNvGraphicFramePr>
          <p:nvPr>
            <p:ph type="tbl" sz="quarter" idx="11"/>
            <p:extLst>
              <p:ext uri="{D42A27DB-BD31-4B8C-83A1-F6EECF244321}">
                <p14:modId xmlns:p14="http://schemas.microsoft.com/office/powerpoint/2010/main" val="3286353360"/>
              </p:ext>
            </p:extLst>
          </p:nvPr>
        </p:nvGraphicFramePr>
        <p:xfrm>
          <a:off x="336342" y="830085"/>
          <a:ext cx="11299187" cy="536374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706943">
                  <a:extLst>
                    <a:ext uri="{9D8B030D-6E8A-4147-A177-3AD203B41FA5}">
                      <a16:colId xmlns:a16="http://schemas.microsoft.com/office/drawing/2014/main" val="1953879122"/>
                    </a:ext>
                  </a:extLst>
                </a:gridCol>
                <a:gridCol w="4503272">
                  <a:extLst>
                    <a:ext uri="{9D8B030D-6E8A-4147-A177-3AD203B41FA5}">
                      <a16:colId xmlns:a16="http://schemas.microsoft.com/office/drawing/2014/main" val="4255660074"/>
                    </a:ext>
                  </a:extLst>
                </a:gridCol>
                <a:gridCol w="4088972">
                  <a:extLst>
                    <a:ext uri="{9D8B030D-6E8A-4147-A177-3AD203B41FA5}">
                      <a16:colId xmlns:a16="http://schemas.microsoft.com/office/drawing/2014/main" val="1104385112"/>
                    </a:ext>
                  </a:extLst>
                </a:gridCol>
              </a:tblGrid>
              <a:tr h="34622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</a:rPr>
                        <a:t>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</a:rPr>
                        <a:t>Use Cases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27855"/>
                  </a:ext>
                </a:extLst>
              </a:tr>
              <a:tr h="136260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The proportion of correctly classified instances (both true positive and true negative) over all instances.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Measures the overall performance of a classifier.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4089530"/>
                  </a:ext>
                </a:extLst>
              </a:tr>
              <a:tr h="11252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The proportion of correctly classified positive instances over all instances that are classified as positive.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Measures the ability of the classifier to avoid false positives.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0475111"/>
                  </a:ext>
                </a:extLst>
              </a:tr>
              <a:tr h="11252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The proportion of correctly classified positive instances over all actual positive instances.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Measures the ability of the classifier to identify all actual positive instances.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675876"/>
                  </a:ext>
                </a:extLst>
              </a:tr>
              <a:tr h="138490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F1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The harmonic mean of precision and recall, providing a balanced measure of both precision and recall.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A good indicator of the performance of a classifier when the number of positive and negative instances is unbalanced.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0546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EA9711A-FD15-0F5C-4B96-6680CE09BEBF}"/>
              </a:ext>
            </a:extLst>
          </p:cNvPr>
          <p:cNvSpPr txBox="1"/>
          <p:nvPr/>
        </p:nvSpPr>
        <p:spPr>
          <a:xfrm>
            <a:off x="4362539" y="6450644"/>
            <a:ext cx="3466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Figure: Overall Comparison of Metrices</a:t>
            </a:r>
          </a:p>
        </p:txBody>
      </p:sp>
    </p:spTree>
    <p:extLst>
      <p:ext uri="{BB962C8B-B14F-4D97-AF65-F5344CB8AC3E}">
        <p14:creationId xmlns:p14="http://schemas.microsoft.com/office/powerpoint/2010/main" val="4183123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E0C0B2A-3FD1-4235-A16E-0ED1E028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494E066-0146-46E9-BAF1-C33240AB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59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8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7900A-321E-9B5B-1413-B314F2F36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10" y="531814"/>
            <a:ext cx="4457690" cy="172085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/>
            <a:r>
              <a:rPr lang="en-US" sz="4800" b="1" dirty="0">
                <a:latin typeface="Google Sans"/>
              </a:rPr>
              <a:t>Error Analysis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2E97E5C-7A5F-424E-AAE4-654396E9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1392239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5803EFCD-EE34-4F9B-896E-857170114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43212"/>
            <a:ext cx="12192000" cy="401478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D194C6-D0FF-F49A-65D4-37ED74EDC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48" y="3384000"/>
            <a:ext cx="2998181" cy="293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290586-99D7-D7DF-3830-CE3716569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504" y="3384000"/>
            <a:ext cx="3163342" cy="2934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686809-E795-79BA-02D0-3F2CD00B7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6612" y="4154931"/>
            <a:ext cx="3524400" cy="13921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DC71EE-134B-517D-207A-625E18CC81B3}"/>
              </a:ext>
            </a:extLst>
          </p:cNvPr>
          <p:cNvSpPr txBox="1"/>
          <p:nvPr/>
        </p:nvSpPr>
        <p:spPr>
          <a:xfrm>
            <a:off x="4480809" y="6501468"/>
            <a:ext cx="2112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Figure: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24096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D1A202-23A3-4F3A-AA92-0172C8D2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1" y="1079500"/>
            <a:ext cx="3904750" cy="4689475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/>
            <a:r>
              <a:rPr lang="en-US" sz="4800" b="1" kern="1200" cap="none" spc="0" baseline="0" dirty="0">
                <a:solidFill>
                  <a:schemeClr val="tx1"/>
                </a:solidFill>
                <a:latin typeface="Google Sans"/>
              </a:rPr>
              <a:t>Summary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513CAD-9784-4D35-BAF9-1F7DDD69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3429000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51A3022-9949-5B92-5E94-9472F3CCC1CA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551316539"/>
              </p:ext>
            </p:extLst>
          </p:nvPr>
        </p:nvGraphicFramePr>
        <p:xfrm>
          <a:off x="6654799" y="531814"/>
          <a:ext cx="4996207" cy="5783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5070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oogle Sans"/>
              </a:rPr>
              <a:t>Comparing </a:t>
            </a:r>
            <a:r>
              <a:rPr lang="en-US" b="1" dirty="0" err="1">
                <a:latin typeface="Google Sans"/>
              </a:rPr>
              <a:t>OvA</a:t>
            </a:r>
            <a:r>
              <a:rPr lang="en-US" b="1" dirty="0">
                <a:latin typeface="Google Sans"/>
              </a:rPr>
              <a:t> vs </a:t>
            </a:r>
            <a:r>
              <a:rPr lang="en-US" b="1" dirty="0" err="1">
                <a:latin typeface="Google Sans"/>
              </a:rPr>
              <a:t>OvO</a:t>
            </a:r>
            <a:endParaRPr lang="en-US" b="1" dirty="0">
              <a:latin typeface="Google Sans"/>
            </a:endParaRPr>
          </a:p>
        </p:txBody>
      </p:sp>
      <p:graphicFrame>
        <p:nvGraphicFramePr>
          <p:cNvPr id="15" name="Content Placeholder 18">
            <a:extLst>
              <a:ext uri="{FF2B5EF4-FFF2-40B4-BE49-F238E27FC236}">
                <a16:creationId xmlns:a16="http://schemas.microsoft.com/office/drawing/2014/main" id="{74BD87A9-1BDA-A162-93E6-ABF9D3330593}"/>
              </a:ext>
            </a:extLst>
          </p:cNvPr>
          <p:cNvGraphicFramePr>
            <a:graphicFrameLocks noGrp="1"/>
          </p:cNvGraphicFramePr>
          <p:nvPr>
            <p:ph type="tbl" sz="quarter" idx="11"/>
            <p:extLst>
              <p:ext uri="{D42A27DB-BD31-4B8C-83A1-F6EECF244321}">
                <p14:modId xmlns:p14="http://schemas.microsoft.com/office/powerpoint/2010/main" val="1970376715"/>
              </p:ext>
            </p:extLst>
          </p:nvPr>
        </p:nvGraphicFramePr>
        <p:xfrm>
          <a:off x="568164" y="2088859"/>
          <a:ext cx="11218368" cy="32280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988189">
                  <a:extLst>
                    <a:ext uri="{9D8B030D-6E8A-4147-A177-3AD203B41FA5}">
                      <a16:colId xmlns:a16="http://schemas.microsoft.com/office/drawing/2014/main" val="1953879122"/>
                    </a:ext>
                  </a:extLst>
                </a:gridCol>
                <a:gridCol w="3307552">
                  <a:extLst>
                    <a:ext uri="{9D8B030D-6E8A-4147-A177-3AD203B41FA5}">
                      <a16:colId xmlns:a16="http://schemas.microsoft.com/office/drawing/2014/main" val="4255660074"/>
                    </a:ext>
                  </a:extLst>
                </a:gridCol>
                <a:gridCol w="3003258">
                  <a:extLst>
                    <a:ext uri="{9D8B030D-6E8A-4147-A177-3AD203B41FA5}">
                      <a16:colId xmlns:a16="http://schemas.microsoft.com/office/drawing/2014/main" val="1104385112"/>
                    </a:ext>
                  </a:extLst>
                </a:gridCol>
                <a:gridCol w="2919369">
                  <a:extLst>
                    <a:ext uri="{9D8B030D-6E8A-4147-A177-3AD203B41FA5}">
                      <a16:colId xmlns:a16="http://schemas.microsoft.com/office/drawing/2014/main" val="1754314948"/>
                    </a:ext>
                  </a:extLst>
                </a:gridCol>
              </a:tblGrid>
              <a:tr h="29451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</a:rPr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</a:rPr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</a:rPr>
                        <a:t>Pros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</a:rPr>
                        <a:t>Cons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27855"/>
                  </a:ext>
                </a:extLst>
              </a:tr>
              <a:tr h="143948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One vs All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Train a model for each class vs all others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Simple implementation, handles some missing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Imbalanced data issues, ignores relationships between classes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4089530"/>
                  </a:ext>
                </a:extLst>
              </a:tr>
              <a:tr h="10570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One vs 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Train a model for every unique class pair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Handles imbalanced data better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j-lt"/>
                        </a:rPr>
                        <a:t>More complex to implement and train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0475111"/>
                  </a:ext>
                </a:extLst>
              </a:tr>
              <a:tr h="241646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05178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EA9711A-FD15-0F5C-4B96-6680CE09BEBF}"/>
              </a:ext>
            </a:extLst>
          </p:cNvPr>
          <p:cNvSpPr txBox="1"/>
          <p:nvPr/>
        </p:nvSpPr>
        <p:spPr>
          <a:xfrm>
            <a:off x="4959171" y="5543665"/>
            <a:ext cx="2634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Figure: </a:t>
            </a:r>
            <a:r>
              <a:rPr lang="en-US" sz="1200" dirty="0" err="1"/>
              <a:t>OvA</a:t>
            </a:r>
            <a:r>
              <a:rPr lang="en-US" sz="1200" dirty="0"/>
              <a:t> vs </a:t>
            </a:r>
            <a:r>
              <a:rPr lang="en-US" sz="1200" dirty="0" err="1"/>
              <a:t>OvO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dirty="0">
                <a:latin typeface="Google San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8954E08-A2C8-44D4-BABF-5531D0DF1F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EDA63D-DE73-4ED5-BDF0-D3D9FD35E1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AE25C0-66E9-4E74-9814-75E5D2A6CAB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{F555B3CC-3DD7-4348-97CD-79C679BE6007}tf11158769_win32</Template>
  <TotalTime>627</TotalTime>
  <Words>448</Words>
  <Application>Microsoft Office PowerPoint</Application>
  <PresentationFormat>Widescreen</PresentationFormat>
  <Paragraphs>89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Google Sans</vt:lpstr>
      <vt:lpstr>Arial</vt:lpstr>
      <vt:lpstr>Avenir Next LT Pro</vt:lpstr>
      <vt:lpstr>Calibri</vt:lpstr>
      <vt:lpstr>Goudy Old Style</vt:lpstr>
      <vt:lpstr>Wingdings</vt:lpstr>
      <vt:lpstr>FrostyVTI</vt:lpstr>
      <vt:lpstr>Chapter 3 Classification  Muhammad Umar UIAI Lab </vt:lpstr>
      <vt:lpstr>Table of Contents</vt:lpstr>
      <vt:lpstr>Introduction</vt:lpstr>
      <vt:lpstr>MNIST Dataset</vt:lpstr>
      <vt:lpstr>Loading and Preprocessing Dataset</vt:lpstr>
      <vt:lpstr>Confusion Matrix</vt:lpstr>
      <vt:lpstr>Precision Recall  and F1 score </vt:lpstr>
      <vt:lpstr>Accuracy vs Precision vs Recall vs F1 Score</vt:lpstr>
      <vt:lpstr>Error Analysis</vt:lpstr>
      <vt:lpstr>Summary</vt:lpstr>
      <vt:lpstr>Comparing OvA vs OvO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Classification  Muhammad Umar UIAI Lab </dc:title>
  <dc:creator>우마르 무하마드</dc:creator>
  <cp:lastModifiedBy>우마르 무하마드</cp:lastModifiedBy>
  <cp:revision>11</cp:revision>
  <dcterms:created xsi:type="dcterms:W3CDTF">2024-04-01T06:15:17Z</dcterms:created>
  <dcterms:modified xsi:type="dcterms:W3CDTF">2024-04-25T07:22:06Z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